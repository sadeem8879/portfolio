
<file path=[Content_Types].xml><?xml version="1.0" encoding="utf-8"?>
<Types xmlns="http://schemas.openxmlformats.org/package/2006/content-types"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9750"/>
  <p:notesSz cx="7556500" cy="10699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614" y="20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10" dirty="0"/>
              <a:t>C</a:t>
            </a:r>
            <a:r>
              <a:rPr spc="-90" dirty="0"/>
              <a:t>R</a:t>
            </a:r>
            <a:r>
              <a:rPr spc="-229" dirty="0"/>
              <a:t>I</a:t>
            </a:r>
            <a:r>
              <a:rPr spc="110" dirty="0"/>
              <a:t>C</a:t>
            </a:r>
            <a:r>
              <a:rPr dirty="0"/>
              <a:t>K</a:t>
            </a:r>
            <a:r>
              <a:rPr spc="-90" dirty="0"/>
              <a:t>E</a:t>
            </a:r>
            <a:r>
              <a:rPr spc="-30" dirty="0"/>
              <a:t>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20" dirty="0"/>
              <a:t>GAMING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C425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10" dirty="0"/>
              <a:t>C</a:t>
            </a:r>
            <a:r>
              <a:rPr spc="-90" dirty="0"/>
              <a:t>R</a:t>
            </a:r>
            <a:r>
              <a:rPr spc="-229" dirty="0"/>
              <a:t>I</a:t>
            </a:r>
            <a:r>
              <a:rPr spc="110" dirty="0"/>
              <a:t>C</a:t>
            </a:r>
            <a:r>
              <a:rPr dirty="0"/>
              <a:t>K</a:t>
            </a:r>
            <a:r>
              <a:rPr spc="-90" dirty="0"/>
              <a:t>E</a:t>
            </a:r>
            <a:r>
              <a:rPr spc="-30" dirty="0"/>
              <a:t>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20" dirty="0"/>
              <a:t>GAMING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C425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10" dirty="0"/>
              <a:t>C</a:t>
            </a:r>
            <a:r>
              <a:rPr spc="-90" dirty="0"/>
              <a:t>R</a:t>
            </a:r>
            <a:r>
              <a:rPr spc="-229" dirty="0"/>
              <a:t>I</a:t>
            </a:r>
            <a:r>
              <a:rPr spc="110" dirty="0"/>
              <a:t>C</a:t>
            </a:r>
            <a:r>
              <a:rPr dirty="0"/>
              <a:t>K</a:t>
            </a:r>
            <a:r>
              <a:rPr spc="-90" dirty="0"/>
              <a:t>E</a:t>
            </a:r>
            <a:r>
              <a:rPr spc="-30" dirty="0"/>
              <a:t>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20" dirty="0"/>
              <a:t>GAMING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C425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10" dirty="0"/>
              <a:t>C</a:t>
            </a:r>
            <a:r>
              <a:rPr spc="-90" dirty="0"/>
              <a:t>R</a:t>
            </a:r>
            <a:r>
              <a:rPr spc="-229" dirty="0"/>
              <a:t>I</a:t>
            </a:r>
            <a:r>
              <a:rPr spc="110" dirty="0"/>
              <a:t>C</a:t>
            </a:r>
            <a:r>
              <a:rPr dirty="0"/>
              <a:t>K</a:t>
            </a:r>
            <a:r>
              <a:rPr spc="-90" dirty="0"/>
              <a:t>E</a:t>
            </a:r>
            <a:r>
              <a:rPr spc="-30" dirty="0"/>
              <a:t>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20" dirty="0"/>
              <a:t>GAMING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10" dirty="0"/>
              <a:t>C</a:t>
            </a:r>
            <a:r>
              <a:rPr spc="-90" dirty="0"/>
              <a:t>R</a:t>
            </a:r>
            <a:r>
              <a:rPr spc="-229" dirty="0"/>
              <a:t>I</a:t>
            </a:r>
            <a:r>
              <a:rPr spc="110" dirty="0"/>
              <a:t>C</a:t>
            </a:r>
            <a:r>
              <a:rPr dirty="0"/>
              <a:t>K</a:t>
            </a:r>
            <a:r>
              <a:rPr spc="-90" dirty="0"/>
              <a:t>E</a:t>
            </a:r>
            <a:r>
              <a:rPr spc="-30" dirty="0"/>
              <a:t>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20" dirty="0"/>
              <a:t>GAMING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2850" cy="10696575"/>
          </a:xfrm>
          <a:custGeom>
            <a:avLst/>
            <a:gdLst/>
            <a:ahLst/>
            <a:cxnLst/>
            <a:rect l="l" t="t" r="r" b="b"/>
            <a:pathLst>
              <a:path w="7562850" h="10696575">
                <a:moveTo>
                  <a:pt x="7562849" y="10696574"/>
                </a:moveTo>
                <a:lnTo>
                  <a:pt x="0" y="10696574"/>
                </a:lnTo>
                <a:lnTo>
                  <a:pt x="0" y="0"/>
                </a:lnTo>
                <a:lnTo>
                  <a:pt x="7562849" y="0"/>
                </a:lnTo>
                <a:lnTo>
                  <a:pt x="7562849" y="10696574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665837"/>
            <a:ext cx="3279775" cy="9030970"/>
          </a:xfrm>
          <a:custGeom>
            <a:avLst/>
            <a:gdLst/>
            <a:ahLst/>
            <a:cxnLst/>
            <a:rect l="l" t="t" r="r" b="b"/>
            <a:pathLst>
              <a:path w="3279775" h="9030970">
                <a:moveTo>
                  <a:pt x="0" y="0"/>
                </a:moveTo>
                <a:lnTo>
                  <a:pt x="3279422" y="0"/>
                </a:lnTo>
                <a:lnTo>
                  <a:pt x="3279422" y="9030737"/>
                </a:lnTo>
                <a:lnTo>
                  <a:pt x="0" y="9030737"/>
                </a:lnTo>
                <a:lnTo>
                  <a:pt x="0" y="0"/>
                </a:lnTo>
                <a:close/>
              </a:path>
            </a:pathLst>
          </a:custGeom>
          <a:solidFill>
            <a:srgbClr val="3C42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"/>
            <a:ext cx="7048500" cy="6496050"/>
          </a:xfrm>
          <a:custGeom>
            <a:avLst/>
            <a:gdLst/>
            <a:ahLst/>
            <a:cxnLst/>
            <a:rect l="l" t="t" r="r" b="b"/>
            <a:pathLst>
              <a:path w="7048500" h="6496050">
                <a:moveTo>
                  <a:pt x="6469964" y="6150305"/>
                </a:moveTo>
                <a:lnTo>
                  <a:pt x="6269164" y="5805182"/>
                </a:lnTo>
                <a:lnTo>
                  <a:pt x="4578985" y="5805182"/>
                </a:lnTo>
                <a:lnTo>
                  <a:pt x="4378185" y="6150305"/>
                </a:lnTo>
                <a:lnTo>
                  <a:pt x="4578985" y="6495440"/>
                </a:lnTo>
                <a:lnTo>
                  <a:pt x="6269164" y="6495440"/>
                </a:lnTo>
                <a:lnTo>
                  <a:pt x="6469964" y="6150305"/>
                </a:lnTo>
                <a:close/>
              </a:path>
              <a:path w="7048500" h="6496050">
                <a:moveTo>
                  <a:pt x="7048411" y="0"/>
                </a:moveTo>
                <a:lnTo>
                  <a:pt x="3751300" y="0"/>
                </a:lnTo>
                <a:lnTo>
                  <a:pt x="3711498" y="0"/>
                </a:lnTo>
                <a:lnTo>
                  <a:pt x="0" y="0"/>
                </a:lnTo>
                <a:lnTo>
                  <a:pt x="0" y="1656308"/>
                </a:lnTo>
                <a:lnTo>
                  <a:pt x="3094431" y="1656308"/>
                </a:lnTo>
                <a:lnTo>
                  <a:pt x="3139592" y="1649120"/>
                </a:lnTo>
                <a:lnTo>
                  <a:pt x="3179419" y="1628863"/>
                </a:lnTo>
                <a:lnTo>
                  <a:pt x="3211233" y="1597482"/>
                </a:lnTo>
                <a:lnTo>
                  <a:pt x="3232340" y="1556905"/>
                </a:lnTo>
                <a:lnTo>
                  <a:pt x="3541001" y="630897"/>
                </a:lnTo>
                <a:lnTo>
                  <a:pt x="3548202" y="638708"/>
                </a:lnTo>
                <a:lnTo>
                  <a:pt x="3562896" y="648576"/>
                </a:lnTo>
                <a:lnTo>
                  <a:pt x="3579495" y="654735"/>
                </a:lnTo>
                <a:lnTo>
                  <a:pt x="3597313" y="656869"/>
                </a:lnTo>
                <a:lnTo>
                  <a:pt x="6724688" y="656869"/>
                </a:lnTo>
                <a:lnTo>
                  <a:pt x="6769849" y="649681"/>
                </a:lnTo>
                <a:lnTo>
                  <a:pt x="6809676" y="629424"/>
                </a:lnTo>
                <a:lnTo>
                  <a:pt x="6841490" y="598043"/>
                </a:lnTo>
                <a:lnTo>
                  <a:pt x="6862585" y="557466"/>
                </a:lnTo>
                <a:lnTo>
                  <a:pt x="7048411" y="0"/>
                </a:lnTo>
                <a:close/>
              </a:path>
            </a:pathLst>
          </a:custGeom>
          <a:solidFill>
            <a:srgbClr val="B99A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61284" y="5805194"/>
            <a:ext cx="3338195" cy="1499870"/>
          </a:xfrm>
          <a:custGeom>
            <a:avLst/>
            <a:gdLst/>
            <a:ahLst/>
            <a:cxnLst/>
            <a:rect l="l" t="t" r="r" b="b"/>
            <a:pathLst>
              <a:path w="3338195" h="1499870">
                <a:moveTo>
                  <a:pt x="3338030" y="344703"/>
                </a:moveTo>
                <a:lnTo>
                  <a:pt x="3137471" y="0"/>
                </a:lnTo>
                <a:lnTo>
                  <a:pt x="200799" y="0"/>
                </a:lnTo>
                <a:lnTo>
                  <a:pt x="0" y="345122"/>
                </a:lnTo>
                <a:lnTo>
                  <a:pt x="200799" y="690257"/>
                </a:lnTo>
                <a:lnTo>
                  <a:pt x="307746" y="690257"/>
                </a:lnTo>
                <a:lnTo>
                  <a:pt x="307746" y="1499819"/>
                </a:lnTo>
                <a:lnTo>
                  <a:pt x="308800" y="1457845"/>
                </a:lnTo>
                <a:lnTo>
                  <a:pt x="311975" y="1415973"/>
                </a:lnTo>
                <a:lnTo>
                  <a:pt x="317169" y="1375105"/>
                </a:lnTo>
                <a:lnTo>
                  <a:pt x="324408" y="1334554"/>
                </a:lnTo>
                <a:lnTo>
                  <a:pt x="333527" y="1294993"/>
                </a:lnTo>
                <a:lnTo>
                  <a:pt x="344614" y="1255966"/>
                </a:lnTo>
                <a:lnTo>
                  <a:pt x="357466" y="1217955"/>
                </a:lnTo>
                <a:lnTo>
                  <a:pt x="372186" y="1180617"/>
                </a:lnTo>
                <a:lnTo>
                  <a:pt x="388556" y="1144422"/>
                </a:lnTo>
                <a:lnTo>
                  <a:pt x="406615" y="1109141"/>
                </a:lnTo>
                <a:lnTo>
                  <a:pt x="426351" y="1074775"/>
                </a:lnTo>
                <a:lnTo>
                  <a:pt x="447789" y="1041323"/>
                </a:lnTo>
                <a:lnTo>
                  <a:pt x="470649" y="1009192"/>
                </a:lnTo>
                <a:lnTo>
                  <a:pt x="494957" y="978242"/>
                </a:lnTo>
                <a:lnTo>
                  <a:pt x="520712" y="948512"/>
                </a:lnTo>
                <a:lnTo>
                  <a:pt x="547928" y="919962"/>
                </a:lnTo>
                <a:lnTo>
                  <a:pt x="576478" y="892746"/>
                </a:lnTo>
                <a:lnTo>
                  <a:pt x="606221" y="866990"/>
                </a:lnTo>
                <a:lnTo>
                  <a:pt x="637159" y="842683"/>
                </a:lnTo>
                <a:lnTo>
                  <a:pt x="669290" y="819823"/>
                </a:lnTo>
                <a:lnTo>
                  <a:pt x="702741" y="798385"/>
                </a:lnTo>
                <a:lnTo>
                  <a:pt x="737108" y="778637"/>
                </a:lnTo>
                <a:lnTo>
                  <a:pt x="772388" y="760590"/>
                </a:lnTo>
                <a:lnTo>
                  <a:pt x="808583" y="744220"/>
                </a:lnTo>
                <a:lnTo>
                  <a:pt x="845921" y="729500"/>
                </a:lnTo>
                <a:lnTo>
                  <a:pt x="883932" y="716648"/>
                </a:lnTo>
                <a:lnTo>
                  <a:pt x="922959" y="705561"/>
                </a:lnTo>
                <a:lnTo>
                  <a:pt x="962520" y="696429"/>
                </a:lnTo>
                <a:lnTo>
                  <a:pt x="996696" y="690257"/>
                </a:lnTo>
                <a:lnTo>
                  <a:pt x="3137471" y="690257"/>
                </a:lnTo>
                <a:lnTo>
                  <a:pt x="3338030" y="345554"/>
                </a:lnTo>
                <a:lnTo>
                  <a:pt x="3338030" y="344703"/>
                </a:lnTo>
                <a:close/>
              </a:path>
            </a:pathLst>
          </a:custGeom>
          <a:solidFill>
            <a:srgbClr val="3C42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6299" y="780025"/>
            <a:ext cx="289941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3C425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25230" y="9910387"/>
            <a:ext cx="680720" cy="499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10" dirty="0"/>
              <a:t>C</a:t>
            </a:r>
            <a:r>
              <a:rPr spc="-90" dirty="0"/>
              <a:t>R</a:t>
            </a:r>
            <a:r>
              <a:rPr spc="-229" dirty="0"/>
              <a:t>I</a:t>
            </a:r>
            <a:r>
              <a:rPr spc="110" dirty="0"/>
              <a:t>C</a:t>
            </a:r>
            <a:r>
              <a:rPr dirty="0"/>
              <a:t>K</a:t>
            </a:r>
            <a:r>
              <a:rPr spc="-90" dirty="0"/>
              <a:t>E</a:t>
            </a:r>
            <a:r>
              <a:rPr spc="-30" dirty="0"/>
              <a:t>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20" dirty="0"/>
              <a:t>GAMING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ansarisadeem8879@gmail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events-org.netlify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-book-websites.netlify.app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://www.linkedin.com/public-profile/setting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8716" y="8836592"/>
            <a:ext cx="3509010" cy="1499870"/>
            <a:chOff x="2958716" y="8836592"/>
            <a:chExt cx="3509010" cy="1499870"/>
          </a:xfrm>
        </p:grpSpPr>
        <p:sp>
          <p:nvSpPr>
            <p:cNvPr id="3" name="object 3"/>
            <p:cNvSpPr/>
            <p:nvPr/>
          </p:nvSpPr>
          <p:spPr>
            <a:xfrm>
              <a:off x="4375611" y="8836592"/>
              <a:ext cx="2092325" cy="690880"/>
            </a:xfrm>
            <a:custGeom>
              <a:avLst/>
              <a:gdLst/>
              <a:ahLst/>
              <a:cxnLst/>
              <a:rect l="l" t="t" r="r" b="b"/>
              <a:pathLst>
                <a:path w="2092325" h="690879">
                  <a:moveTo>
                    <a:pt x="1890988" y="690254"/>
                  </a:moveTo>
                  <a:lnTo>
                    <a:pt x="200800" y="690254"/>
                  </a:lnTo>
                  <a:lnTo>
                    <a:pt x="0" y="345127"/>
                  </a:lnTo>
                  <a:lnTo>
                    <a:pt x="200801" y="0"/>
                  </a:lnTo>
                  <a:lnTo>
                    <a:pt x="1890988" y="0"/>
                  </a:lnTo>
                  <a:lnTo>
                    <a:pt x="2091789" y="345127"/>
                  </a:lnTo>
                  <a:lnTo>
                    <a:pt x="1890988" y="690254"/>
                  </a:lnTo>
                  <a:close/>
                </a:path>
              </a:pathLst>
            </a:custGeom>
            <a:solidFill>
              <a:srgbClr val="B99A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58706" y="8836596"/>
              <a:ext cx="3338195" cy="1499870"/>
            </a:xfrm>
            <a:custGeom>
              <a:avLst/>
              <a:gdLst/>
              <a:ahLst/>
              <a:cxnLst/>
              <a:rect l="l" t="t" r="r" b="b"/>
              <a:pathLst>
                <a:path w="3338195" h="1499870">
                  <a:moveTo>
                    <a:pt x="3338030" y="344703"/>
                  </a:moveTo>
                  <a:lnTo>
                    <a:pt x="3137471" y="0"/>
                  </a:lnTo>
                  <a:lnTo>
                    <a:pt x="200799" y="0"/>
                  </a:lnTo>
                  <a:lnTo>
                    <a:pt x="0" y="345135"/>
                  </a:lnTo>
                  <a:lnTo>
                    <a:pt x="200799" y="690257"/>
                  </a:lnTo>
                  <a:lnTo>
                    <a:pt x="307759" y="690257"/>
                  </a:lnTo>
                  <a:lnTo>
                    <a:pt x="307759" y="1499819"/>
                  </a:lnTo>
                  <a:lnTo>
                    <a:pt x="308813" y="1457845"/>
                  </a:lnTo>
                  <a:lnTo>
                    <a:pt x="311975" y="1415973"/>
                  </a:lnTo>
                  <a:lnTo>
                    <a:pt x="317169" y="1375105"/>
                  </a:lnTo>
                  <a:lnTo>
                    <a:pt x="324408" y="1334554"/>
                  </a:lnTo>
                  <a:lnTo>
                    <a:pt x="333540" y="1294993"/>
                  </a:lnTo>
                  <a:lnTo>
                    <a:pt x="344614" y="1255966"/>
                  </a:lnTo>
                  <a:lnTo>
                    <a:pt x="357479" y="1217955"/>
                  </a:lnTo>
                  <a:lnTo>
                    <a:pt x="372186" y="1180630"/>
                  </a:lnTo>
                  <a:lnTo>
                    <a:pt x="388556" y="1144422"/>
                  </a:lnTo>
                  <a:lnTo>
                    <a:pt x="406615" y="1109141"/>
                  </a:lnTo>
                  <a:lnTo>
                    <a:pt x="426364" y="1074775"/>
                  </a:lnTo>
                  <a:lnTo>
                    <a:pt x="447802" y="1041323"/>
                  </a:lnTo>
                  <a:lnTo>
                    <a:pt x="470649" y="1009192"/>
                  </a:lnTo>
                  <a:lnTo>
                    <a:pt x="494957" y="978255"/>
                  </a:lnTo>
                  <a:lnTo>
                    <a:pt x="520725" y="948512"/>
                  </a:lnTo>
                  <a:lnTo>
                    <a:pt x="547928" y="919962"/>
                  </a:lnTo>
                  <a:lnTo>
                    <a:pt x="576478" y="892759"/>
                  </a:lnTo>
                  <a:lnTo>
                    <a:pt x="606221" y="866990"/>
                  </a:lnTo>
                  <a:lnTo>
                    <a:pt x="637159" y="842683"/>
                  </a:lnTo>
                  <a:lnTo>
                    <a:pt x="669290" y="819835"/>
                  </a:lnTo>
                  <a:lnTo>
                    <a:pt x="702741" y="798398"/>
                  </a:lnTo>
                  <a:lnTo>
                    <a:pt x="737108" y="778649"/>
                  </a:lnTo>
                  <a:lnTo>
                    <a:pt x="772388" y="760590"/>
                  </a:lnTo>
                  <a:lnTo>
                    <a:pt x="808596" y="744220"/>
                  </a:lnTo>
                  <a:lnTo>
                    <a:pt x="845921" y="729500"/>
                  </a:lnTo>
                  <a:lnTo>
                    <a:pt x="883932" y="716648"/>
                  </a:lnTo>
                  <a:lnTo>
                    <a:pt x="922972" y="705573"/>
                  </a:lnTo>
                  <a:lnTo>
                    <a:pt x="962520" y="696442"/>
                  </a:lnTo>
                  <a:lnTo>
                    <a:pt x="996708" y="690257"/>
                  </a:lnTo>
                  <a:lnTo>
                    <a:pt x="3137471" y="690257"/>
                  </a:lnTo>
                  <a:lnTo>
                    <a:pt x="3338030" y="345554"/>
                  </a:lnTo>
                  <a:lnTo>
                    <a:pt x="3338030" y="344703"/>
                  </a:lnTo>
                  <a:close/>
                </a:path>
              </a:pathLst>
            </a:custGeom>
            <a:solidFill>
              <a:srgbClr val="3C42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79845" y="2578913"/>
            <a:ext cx="3883660" cy="568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3100"/>
              </a:lnSpc>
              <a:spcBef>
                <a:spcPts val="95"/>
              </a:spcBef>
            </a:pPr>
            <a:r>
              <a:rPr sz="1050" spc="-120" dirty="0">
                <a:latin typeface="Verdana"/>
                <a:cs typeface="Verdana"/>
              </a:rPr>
              <a:t>I</a:t>
            </a:r>
            <a:r>
              <a:rPr sz="1050" spc="-70" dirty="0">
                <a:latin typeface="Verdana"/>
                <a:cs typeface="Verdana"/>
              </a:rPr>
              <a:t> </a:t>
            </a:r>
            <a:r>
              <a:rPr sz="1050" spc="-5" dirty="0">
                <a:latin typeface="Verdana"/>
                <a:cs typeface="Verdana"/>
              </a:rPr>
              <a:t>a</a:t>
            </a:r>
            <a:r>
              <a:rPr sz="1050" spc="110" dirty="0">
                <a:latin typeface="Verdana"/>
                <a:cs typeface="Verdana"/>
              </a:rPr>
              <a:t>m</a:t>
            </a:r>
            <a:r>
              <a:rPr sz="1050" spc="-70" dirty="0">
                <a:latin typeface="Verdana"/>
                <a:cs typeface="Verdana"/>
              </a:rPr>
              <a:t> </a:t>
            </a:r>
            <a:r>
              <a:rPr sz="1050" spc="65" dirty="0">
                <a:latin typeface="Verdana"/>
                <a:cs typeface="Verdana"/>
              </a:rPr>
              <a:t>p</a:t>
            </a:r>
            <a:r>
              <a:rPr sz="1050" spc="-5" dirty="0">
                <a:latin typeface="Verdana"/>
                <a:cs typeface="Verdana"/>
              </a:rPr>
              <a:t>a</a:t>
            </a:r>
            <a:r>
              <a:rPr sz="1050" spc="-30" dirty="0">
                <a:latin typeface="Verdana"/>
                <a:cs typeface="Verdana"/>
              </a:rPr>
              <a:t>ss</a:t>
            </a:r>
            <a:r>
              <a:rPr sz="1050" spc="-10" dirty="0">
                <a:latin typeface="Verdana"/>
                <a:cs typeface="Verdana"/>
              </a:rPr>
              <a:t>i</a:t>
            </a:r>
            <a:r>
              <a:rPr sz="1050" spc="25" dirty="0">
                <a:latin typeface="Verdana"/>
                <a:cs typeface="Verdana"/>
              </a:rPr>
              <a:t>o</a:t>
            </a:r>
            <a:r>
              <a:rPr sz="1050" spc="50" dirty="0">
                <a:latin typeface="Verdana"/>
                <a:cs typeface="Verdana"/>
              </a:rPr>
              <a:t>n</a:t>
            </a:r>
            <a:r>
              <a:rPr sz="1050" spc="-5" dirty="0">
                <a:latin typeface="Verdana"/>
                <a:cs typeface="Verdana"/>
              </a:rPr>
              <a:t>a</a:t>
            </a:r>
            <a:r>
              <a:rPr sz="1050" spc="15" dirty="0">
                <a:latin typeface="Verdana"/>
                <a:cs typeface="Verdana"/>
              </a:rPr>
              <a:t>t</a:t>
            </a:r>
            <a:r>
              <a:rPr sz="1050" spc="20" dirty="0">
                <a:latin typeface="Verdana"/>
                <a:cs typeface="Verdana"/>
              </a:rPr>
              <a:t>e</a:t>
            </a:r>
            <a:r>
              <a:rPr sz="1050" spc="-70" dirty="0">
                <a:latin typeface="Verdana"/>
                <a:cs typeface="Verdana"/>
              </a:rPr>
              <a:t> </a:t>
            </a:r>
            <a:r>
              <a:rPr sz="1050" spc="-5" dirty="0">
                <a:latin typeface="Verdana"/>
                <a:cs typeface="Verdana"/>
              </a:rPr>
              <a:t>a</a:t>
            </a:r>
            <a:r>
              <a:rPr sz="1050" spc="65" dirty="0">
                <a:latin typeface="Verdana"/>
                <a:cs typeface="Verdana"/>
              </a:rPr>
              <a:t>b</a:t>
            </a:r>
            <a:r>
              <a:rPr sz="1050" spc="25" dirty="0">
                <a:latin typeface="Verdana"/>
                <a:cs typeface="Verdana"/>
              </a:rPr>
              <a:t>o</a:t>
            </a:r>
            <a:r>
              <a:rPr sz="1050" spc="50" dirty="0">
                <a:latin typeface="Verdana"/>
                <a:cs typeface="Verdana"/>
              </a:rPr>
              <a:t>u</a:t>
            </a:r>
            <a:r>
              <a:rPr sz="1050" spc="20" dirty="0">
                <a:latin typeface="Verdana"/>
                <a:cs typeface="Verdana"/>
              </a:rPr>
              <a:t>t</a:t>
            </a:r>
            <a:r>
              <a:rPr sz="1050" spc="-70" dirty="0">
                <a:latin typeface="Verdana"/>
                <a:cs typeface="Verdana"/>
              </a:rPr>
              <a:t> </a:t>
            </a:r>
            <a:r>
              <a:rPr sz="1050" spc="15" dirty="0">
                <a:latin typeface="Verdana"/>
                <a:cs typeface="Verdana"/>
              </a:rPr>
              <a:t>e</a:t>
            </a:r>
            <a:r>
              <a:rPr sz="1050" spc="-60" dirty="0">
                <a:latin typeface="Verdana"/>
                <a:cs typeface="Verdana"/>
              </a:rPr>
              <a:t>x</a:t>
            </a:r>
            <a:r>
              <a:rPr sz="1050" spc="65" dirty="0">
                <a:latin typeface="Verdana"/>
                <a:cs typeface="Verdana"/>
              </a:rPr>
              <a:t>p</a:t>
            </a:r>
            <a:r>
              <a:rPr sz="1050" spc="-10" dirty="0">
                <a:latin typeface="Verdana"/>
                <a:cs typeface="Verdana"/>
              </a:rPr>
              <a:t>l</a:t>
            </a:r>
            <a:r>
              <a:rPr sz="1050" spc="25" dirty="0">
                <a:latin typeface="Verdana"/>
                <a:cs typeface="Verdana"/>
              </a:rPr>
              <a:t>o</a:t>
            </a:r>
            <a:r>
              <a:rPr sz="1050" spc="-25" dirty="0">
                <a:latin typeface="Verdana"/>
                <a:cs typeface="Verdana"/>
              </a:rPr>
              <a:t>r</a:t>
            </a:r>
            <a:r>
              <a:rPr sz="1050" spc="-10" dirty="0">
                <a:latin typeface="Verdana"/>
                <a:cs typeface="Verdana"/>
              </a:rPr>
              <a:t>i</a:t>
            </a:r>
            <a:r>
              <a:rPr sz="1050" spc="50" dirty="0">
                <a:latin typeface="Verdana"/>
                <a:cs typeface="Verdana"/>
              </a:rPr>
              <a:t>n</a:t>
            </a:r>
            <a:r>
              <a:rPr sz="1050" spc="75" dirty="0">
                <a:latin typeface="Verdana"/>
                <a:cs typeface="Verdana"/>
              </a:rPr>
              <a:t>g</a:t>
            </a:r>
            <a:r>
              <a:rPr sz="1050" spc="-70" dirty="0">
                <a:latin typeface="Verdana"/>
                <a:cs typeface="Verdana"/>
              </a:rPr>
              <a:t> </a:t>
            </a:r>
            <a:r>
              <a:rPr sz="1050" spc="50" dirty="0">
                <a:latin typeface="Verdana"/>
                <a:cs typeface="Verdana"/>
              </a:rPr>
              <a:t>n</a:t>
            </a:r>
            <a:r>
              <a:rPr sz="1050" spc="15" dirty="0">
                <a:latin typeface="Verdana"/>
                <a:cs typeface="Verdana"/>
              </a:rPr>
              <a:t>e</a:t>
            </a:r>
            <a:r>
              <a:rPr sz="1050" spc="80" dirty="0">
                <a:latin typeface="Verdana"/>
                <a:cs typeface="Verdana"/>
              </a:rPr>
              <a:t>w</a:t>
            </a:r>
            <a:r>
              <a:rPr sz="1050" spc="-70" dirty="0">
                <a:latin typeface="Verdana"/>
                <a:cs typeface="Verdana"/>
              </a:rPr>
              <a:t> </a:t>
            </a:r>
            <a:r>
              <a:rPr sz="1050" spc="65" dirty="0">
                <a:latin typeface="Verdana"/>
                <a:cs typeface="Verdana"/>
              </a:rPr>
              <a:t>d</a:t>
            </a:r>
            <a:r>
              <a:rPr sz="1050" spc="15" dirty="0">
                <a:latin typeface="Verdana"/>
                <a:cs typeface="Verdana"/>
              </a:rPr>
              <a:t>e</a:t>
            </a:r>
            <a:r>
              <a:rPr sz="1050" spc="-50" dirty="0">
                <a:latin typeface="Verdana"/>
                <a:cs typeface="Verdana"/>
              </a:rPr>
              <a:t>v</a:t>
            </a:r>
            <a:r>
              <a:rPr sz="1050" spc="15" dirty="0">
                <a:latin typeface="Verdana"/>
                <a:cs typeface="Verdana"/>
              </a:rPr>
              <a:t>e</a:t>
            </a:r>
            <a:r>
              <a:rPr sz="1050" spc="-10" dirty="0">
                <a:latin typeface="Verdana"/>
                <a:cs typeface="Verdana"/>
              </a:rPr>
              <a:t>l</a:t>
            </a:r>
            <a:r>
              <a:rPr sz="1050" spc="25" dirty="0">
                <a:latin typeface="Verdana"/>
                <a:cs typeface="Verdana"/>
              </a:rPr>
              <a:t>o</a:t>
            </a:r>
            <a:r>
              <a:rPr sz="1050" spc="65" dirty="0">
                <a:latin typeface="Verdana"/>
                <a:cs typeface="Verdana"/>
              </a:rPr>
              <a:t>p</a:t>
            </a:r>
            <a:r>
              <a:rPr sz="1050" spc="105" dirty="0">
                <a:latin typeface="Verdana"/>
                <a:cs typeface="Verdana"/>
              </a:rPr>
              <a:t>m</a:t>
            </a:r>
            <a:r>
              <a:rPr sz="1050" spc="15" dirty="0">
                <a:latin typeface="Verdana"/>
                <a:cs typeface="Verdana"/>
              </a:rPr>
              <a:t>e</a:t>
            </a:r>
            <a:r>
              <a:rPr sz="1050" spc="50" dirty="0">
                <a:latin typeface="Verdana"/>
                <a:cs typeface="Verdana"/>
              </a:rPr>
              <a:t>n</a:t>
            </a:r>
            <a:r>
              <a:rPr sz="1050" spc="15" dirty="0">
                <a:latin typeface="Verdana"/>
                <a:cs typeface="Verdana"/>
              </a:rPr>
              <a:t>t</a:t>
            </a:r>
            <a:r>
              <a:rPr sz="1050" spc="-25" dirty="0">
                <a:latin typeface="Verdana"/>
                <a:cs typeface="Verdana"/>
              </a:rPr>
              <a:t>s</a:t>
            </a:r>
            <a:r>
              <a:rPr sz="1050" spc="-70" dirty="0">
                <a:latin typeface="Verdana"/>
                <a:cs typeface="Verdana"/>
              </a:rPr>
              <a:t> </a:t>
            </a:r>
            <a:r>
              <a:rPr sz="1050" spc="-5" dirty="0">
                <a:latin typeface="Verdana"/>
                <a:cs typeface="Verdana"/>
              </a:rPr>
              <a:t>a</a:t>
            </a:r>
            <a:r>
              <a:rPr sz="1050" spc="50" dirty="0">
                <a:latin typeface="Verdana"/>
                <a:cs typeface="Verdana"/>
              </a:rPr>
              <a:t>nd  </a:t>
            </a:r>
            <a:r>
              <a:rPr sz="1050" spc="5" dirty="0">
                <a:latin typeface="Verdana"/>
                <a:cs typeface="Verdana"/>
              </a:rPr>
              <a:t>possibilities </a:t>
            </a:r>
            <a:r>
              <a:rPr sz="1050" spc="25" dirty="0">
                <a:latin typeface="Verdana"/>
                <a:cs typeface="Verdana"/>
              </a:rPr>
              <a:t>in </a:t>
            </a:r>
            <a:r>
              <a:rPr sz="1050" spc="50" dirty="0">
                <a:latin typeface="Verdana"/>
                <a:cs typeface="Verdana"/>
              </a:rPr>
              <a:t>web </a:t>
            </a:r>
            <a:r>
              <a:rPr sz="1050" spc="10" dirty="0">
                <a:latin typeface="Verdana"/>
                <a:cs typeface="Verdana"/>
              </a:rPr>
              <a:t>technologies, constantly </a:t>
            </a:r>
            <a:r>
              <a:rPr sz="1050" spc="20" dirty="0">
                <a:latin typeface="Verdana"/>
                <a:cs typeface="Verdana"/>
              </a:rPr>
              <a:t>seeking to </a:t>
            </a:r>
            <a:r>
              <a:rPr sz="1050" spc="25" dirty="0">
                <a:latin typeface="Verdana"/>
                <a:cs typeface="Verdana"/>
              </a:rPr>
              <a:t> </a:t>
            </a:r>
            <a:r>
              <a:rPr sz="1050" spc="20" dirty="0">
                <a:latin typeface="Verdana"/>
                <a:cs typeface="Verdana"/>
              </a:rPr>
              <a:t>expand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30" dirty="0">
                <a:latin typeface="Verdana"/>
                <a:cs typeface="Verdana"/>
              </a:rPr>
              <a:t>my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35" dirty="0">
                <a:latin typeface="Verdana"/>
                <a:cs typeface="Verdana"/>
              </a:rPr>
              <a:t>knowledge</a:t>
            </a:r>
            <a:r>
              <a:rPr sz="1050" dirty="0">
                <a:latin typeface="Verdana"/>
                <a:cs typeface="Verdana"/>
              </a:rPr>
              <a:t> </a:t>
            </a:r>
            <a:r>
              <a:rPr sz="1050" spc="40" dirty="0">
                <a:latin typeface="Verdana"/>
                <a:cs typeface="Verdana"/>
              </a:rPr>
              <a:t>and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35" dirty="0">
                <a:latin typeface="Verdana"/>
                <a:cs typeface="Verdana"/>
              </a:rPr>
              <a:t>skills.</a:t>
            </a:r>
            <a:r>
              <a:rPr sz="1050" dirty="0">
                <a:latin typeface="Verdana"/>
                <a:cs typeface="Verdana"/>
              </a:rPr>
              <a:t> </a:t>
            </a:r>
            <a:r>
              <a:rPr sz="1050" spc="40" dirty="0">
                <a:latin typeface="Verdana"/>
                <a:cs typeface="Verdana"/>
              </a:rPr>
              <a:t>My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20" dirty="0">
                <a:latin typeface="Verdana"/>
                <a:cs typeface="Verdana"/>
              </a:rPr>
              <a:t>goal</a:t>
            </a:r>
            <a:r>
              <a:rPr sz="1050" dirty="0">
                <a:latin typeface="Verdana"/>
                <a:cs typeface="Verdana"/>
              </a:rPr>
              <a:t> </a:t>
            </a:r>
            <a:r>
              <a:rPr sz="1050" spc="-15" dirty="0">
                <a:latin typeface="Verdana"/>
                <a:cs typeface="Verdana"/>
              </a:rPr>
              <a:t>is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20" dirty="0">
                <a:latin typeface="Verdana"/>
                <a:cs typeface="Verdana"/>
              </a:rPr>
              <a:t>to</a:t>
            </a:r>
            <a:r>
              <a:rPr sz="1050" dirty="0">
                <a:latin typeface="Verdana"/>
                <a:cs typeface="Verdana"/>
              </a:rPr>
              <a:t> </a:t>
            </a:r>
            <a:r>
              <a:rPr sz="1050" spc="10" dirty="0">
                <a:latin typeface="Verdana"/>
                <a:cs typeface="Verdana"/>
              </a:rPr>
              <a:t>innovate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9845" y="3121838"/>
            <a:ext cx="3883660" cy="74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3100"/>
              </a:lnSpc>
              <a:spcBef>
                <a:spcPts val="95"/>
              </a:spcBef>
            </a:pPr>
            <a:r>
              <a:rPr sz="1050" spc="40" dirty="0">
                <a:latin typeface="Verdana"/>
                <a:cs typeface="Verdana"/>
              </a:rPr>
              <a:t>and</a:t>
            </a:r>
            <a:r>
              <a:rPr sz="1050" spc="45" dirty="0">
                <a:latin typeface="Verdana"/>
                <a:cs typeface="Verdana"/>
              </a:rPr>
              <a:t> </a:t>
            </a:r>
            <a:r>
              <a:rPr sz="1050" spc="25" dirty="0">
                <a:latin typeface="Verdana"/>
                <a:cs typeface="Verdana"/>
              </a:rPr>
              <a:t>contribute</a:t>
            </a:r>
            <a:r>
              <a:rPr sz="1050" spc="30" dirty="0">
                <a:latin typeface="Verdana"/>
                <a:cs typeface="Verdana"/>
              </a:rPr>
              <a:t> </a:t>
            </a:r>
            <a:r>
              <a:rPr sz="1050" spc="20" dirty="0">
                <a:latin typeface="Verdana"/>
                <a:cs typeface="Verdana"/>
              </a:rPr>
              <a:t>to</a:t>
            </a:r>
            <a:r>
              <a:rPr sz="1050" spc="25" dirty="0">
                <a:latin typeface="Verdana"/>
                <a:cs typeface="Verdana"/>
              </a:rPr>
              <a:t> </a:t>
            </a:r>
            <a:r>
              <a:rPr sz="1050" spc="30" dirty="0">
                <a:latin typeface="Verdana"/>
                <a:cs typeface="Verdana"/>
              </a:rPr>
              <a:t>shaping</a:t>
            </a:r>
            <a:r>
              <a:rPr sz="1050" spc="430" dirty="0">
                <a:latin typeface="Verdana"/>
                <a:cs typeface="Verdana"/>
              </a:rPr>
              <a:t> </a:t>
            </a:r>
            <a:r>
              <a:rPr sz="1050" spc="30" dirty="0">
                <a:latin typeface="Verdana"/>
                <a:cs typeface="Verdana"/>
              </a:rPr>
              <a:t>the</a:t>
            </a:r>
            <a:r>
              <a:rPr sz="1050" spc="430" dirty="0">
                <a:latin typeface="Verdana"/>
                <a:cs typeface="Verdana"/>
              </a:rPr>
              <a:t> </a:t>
            </a:r>
            <a:r>
              <a:rPr sz="1050" spc="15" dirty="0">
                <a:latin typeface="Verdana"/>
                <a:cs typeface="Verdana"/>
              </a:rPr>
              <a:t>future</a:t>
            </a:r>
            <a:r>
              <a:rPr sz="1050" spc="20" dirty="0">
                <a:latin typeface="Verdana"/>
                <a:cs typeface="Verdana"/>
              </a:rPr>
              <a:t> </a:t>
            </a:r>
            <a:r>
              <a:rPr sz="1050" spc="10" dirty="0">
                <a:latin typeface="Verdana"/>
                <a:cs typeface="Verdana"/>
              </a:rPr>
              <a:t>of</a:t>
            </a:r>
            <a:r>
              <a:rPr sz="1050" spc="15" dirty="0">
                <a:latin typeface="Verdana"/>
                <a:cs typeface="Verdana"/>
              </a:rPr>
              <a:t> </a:t>
            </a:r>
            <a:r>
              <a:rPr sz="1050" spc="50" dirty="0">
                <a:latin typeface="Verdana"/>
                <a:cs typeface="Verdana"/>
              </a:rPr>
              <a:t>web </a:t>
            </a:r>
            <a:r>
              <a:rPr sz="1050" spc="55" dirty="0">
                <a:latin typeface="Verdana"/>
                <a:cs typeface="Verdana"/>
              </a:rPr>
              <a:t> </a:t>
            </a:r>
            <a:r>
              <a:rPr sz="1050" spc="10" dirty="0">
                <a:latin typeface="Verdana"/>
                <a:cs typeface="Verdana"/>
              </a:rPr>
              <a:t>development. </a:t>
            </a:r>
            <a:r>
              <a:rPr sz="1050" spc="-120" dirty="0">
                <a:latin typeface="Verdana"/>
                <a:cs typeface="Verdana"/>
              </a:rPr>
              <a:t>I </a:t>
            </a:r>
            <a:r>
              <a:rPr sz="1050" spc="50" dirty="0">
                <a:latin typeface="Verdana"/>
                <a:cs typeface="Verdana"/>
              </a:rPr>
              <a:t>am </a:t>
            </a:r>
            <a:r>
              <a:rPr sz="1050" spc="15" dirty="0">
                <a:latin typeface="Verdana"/>
                <a:cs typeface="Verdana"/>
              </a:rPr>
              <a:t>eager </a:t>
            </a:r>
            <a:r>
              <a:rPr sz="1050" spc="20" dirty="0">
                <a:latin typeface="Verdana"/>
                <a:cs typeface="Verdana"/>
              </a:rPr>
              <a:t>to </a:t>
            </a:r>
            <a:r>
              <a:rPr sz="1050" spc="25" dirty="0">
                <a:latin typeface="Verdana"/>
                <a:cs typeface="Verdana"/>
              </a:rPr>
              <a:t>work </a:t>
            </a:r>
            <a:r>
              <a:rPr sz="1050" spc="35" dirty="0">
                <a:latin typeface="Verdana"/>
                <a:cs typeface="Verdana"/>
              </a:rPr>
              <a:t>with </a:t>
            </a:r>
            <a:r>
              <a:rPr sz="1050" spc="25" dirty="0">
                <a:latin typeface="Verdana"/>
                <a:cs typeface="Verdana"/>
              </a:rPr>
              <a:t>an </a:t>
            </a:r>
            <a:r>
              <a:rPr sz="1050" spc="15" dirty="0">
                <a:latin typeface="Verdana"/>
                <a:cs typeface="Verdana"/>
              </a:rPr>
              <a:t>organization </a:t>
            </a:r>
            <a:r>
              <a:rPr sz="1050" spc="20" dirty="0">
                <a:latin typeface="Verdana"/>
                <a:cs typeface="Verdana"/>
              </a:rPr>
              <a:t> that encourages </a:t>
            </a:r>
            <a:r>
              <a:rPr sz="1050" spc="35" dirty="0">
                <a:latin typeface="Verdana"/>
                <a:cs typeface="Verdana"/>
              </a:rPr>
              <a:t>growth </a:t>
            </a:r>
            <a:r>
              <a:rPr sz="1050" spc="40" dirty="0">
                <a:latin typeface="Verdana"/>
                <a:cs typeface="Verdana"/>
              </a:rPr>
              <a:t>and </a:t>
            </a:r>
            <a:r>
              <a:rPr sz="1050" spc="-5" dirty="0">
                <a:latin typeface="Verdana"/>
                <a:cs typeface="Verdana"/>
              </a:rPr>
              <a:t>offers</a:t>
            </a:r>
            <a:r>
              <a:rPr sz="1050" dirty="0">
                <a:latin typeface="Verdana"/>
                <a:cs typeface="Verdana"/>
              </a:rPr>
              <a:t> </a:t>
            </a:r>
            <a:r>
              <a:rPr sz="1050" spc="20" dirty="0">
                <a:latin typeface="Verdana"/>
                <a:cs typeface="Verdana"/>
              </a:rPr>
              <a:t>opportunities to </a:t>
            </a:r>
            <a:r>
              <a:rPr sz="1050" spc="25" dirty="0">
                <a:latin typeface="Verdana"/>
                <a:cs typeface="Verdana"/>
              </a:rPr>
              <a:t> work</a:t>
            </a:r>
            <a:r>
              <a:rPr sz="1050" spc="-90" dirty="0">
                <a:latin typeface="Verdana"/>
                <a:cs typeface="Verdana"/>
              </a:rPr>
              <a:t> </a:t>
            </a:r>
            <a:r>
              <a:rPr sz="1050" spc="40" dirty="0">
                <a:latin typeface="Verdana"/>
                <a:cs typeface="Verdana"/>
              </a:rPr>
              <a:t>on</a:t>
            </a:r>
            <a:r>
              <a:rPr sz="1050" spc="-85" dirty="0">
                <a:latin typeface="Verdana"/>
                <a:cs typeface="Verdana"/>
              </a:rPr>
              <a:t> </a:t>
            </a:r>
            <a:r>
              <a:rPr sz="1050" spc="25" dirty="0">
                <a:latin typeface="Verdana"/>
                <a:cs typeface="Verdana"/>
              </a:rPr>
              <a:t>cutting-edge</a:t>
            </a:r>
            <a:r>
              <a:rPr sz="1050" spc="-85" dirty="0">
                <a:latin typeface="Verdana"/>
                <a:cs typeface="Verdana"/>
              </a:rPr>
              <a:t> </a:t>
            </a:r>
            <a:r>
              <a:rPr sz="1050" spc="5" dirty="0">
                <a:latin typeface="Verdana"/>
                <a:cs typeface="Verdana"/>
              </a:rPr>
              <a:t>projects</a:t>
            </a:r>
            <a:r>
              <a:rPr sz="1050" spc="-90" dirty="0">
                <a:latin typeface="Verdana"/>
                <a:cs typeface="Verdana"/>
              </a:rPr>
              <a:t> </a:t>
            </a:r>
            <a:r>
              <a:rPr sz="1050" spc="20" dirty="0">
                <a:latin typeface="Verdana"/>
                <a:cs typeface="Verdana"/>
              </a:rPr>
              <a:t>that</a:t>
            </a:r>
            <a:r>
              <a:rPr sz="1050" spc="-85" dirty="0">
                <a:latin typeface="Verdana"/>
                <a:cs typeface="Verdana"/>
              </a:rPr>
              <a:t> </a:t>
            </a:r>
            <a:r>
              <a:rPr sz="1050" spc="20" dirty="0">
                <a:latin typeface="Verdana"/>
                <a:cs typeface="Verdana"/>
              </a:rPr>
              <a:t>align</a:t>
            </a:r>
            <a:r>
              <a:rPr sz="1050" spc="-85" dirty="0">
                <a:latin typeface="Verdana"/>
                <a:cs typeface="Verdana"/>
              </a:rPr>
              <a:t> </a:t>
            </a:r>
            <a:r>
              <a:rPr sz="1050" spc="35" dirty="0">
                <a:latin typeface="Verdana"/>
                <a:cs typeface="Verdana"/>
              </a:rPr>
              <a:t>with</a:t>
            </a:r>
            <a:r>
              <a:rPr sz="1050" spc="-90" dirty="0">
                <a:latin typeface="Verdana"/>
                <a:cs typeface="Verdana"/>
              </a:rPr>
              <a:t> </a:t>
            </a:r>
            <a:r>
              <a:rPr sz="1050" spc="30" dirty="0">
                <a:latin typeface="Verdana"/>
                <a:cs typeface="Verdana"/>
              </a:rPr>
              <a:t>my</a:t>
            </a:r>
            <a:r>
              <a:rPr sz="1050" spc="-8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vision.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9409" y="4065333"/>
            <a:ext cx="3509010" cy="1507490"/>
            <a:chOff x="2979409" y="4065333"/>
            <a:chExt cx="3509010" cy="1507490"/>
          </a:xfrm>
        </p:grpSpPr>
        <p:sp>
          <p:nvSpPr>
            <p:cNvPr id="8" name="object 8"/>
            <p:cNvSpPr/>
            <p:nvPr/>
          </p:nvSpPr>
          <p:spPr>
            <a:xfrm>
              <a:off x="4396304" y="4065333"/>
              <a:ext cx="2092325" cy="690880"/>
            </a:xfrm>
            <a:custGeom>
              <a:avLst/>
              <a:gdLst/>
              <a:ahLst/>
              <a:cxnLst/>
              <a:rect l="l" t="t" r="r" b="b"/>
              <a:pathLst>
                <a:path w="2092325" h="690879">
                  <a:moveTo>
                    <a:pt x="1890988" y="690254"/>
                  </a:moveTo>
                  <a:lnTo>
                    <a:pt x="200801" y="690254"/>
                  </a:lnTo>
                  <a:lnTo>
                    <a:pt x="0" y="345127"/>
                  </a:lnTo>
                  <a:lnTo>
                    <a:pt x="200801" y="0"/>
                  </a:lnTo>
                  <a:lnTo>
                    <a:pt x="1890988" y="0"/>
                  </a:lnTo>
                  <a:lnTo>
                    <a:pt x="2091789" y="345127"/>
                  </a:lnTo>
                  <a:lnTo>
                    <a:pt x="1890988" y="690254"/>
                  </a:lnTo>
                  <a:close/>
                </a:path>
              </a:pathLst>
            </a:custGeom>
            <a:solidFill>
              <a:srgbClr val="B99A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9407" y="4065345"/>
              <a:ext cx="3338195" cy="1507490"/>
            </a:xfrm>
            <a:custGeom>
              <a:avLst/>
              <a:gdLst/>
              <a:ahLst/>
              <a:cxnLst/>
              <a:rect l="l" t="t" r="r" b="b"/>
              <a:pathLst>
                <a:path w="3338195" h="1507489">
                  <a:moveTo>
                    <a:pt x="3338030" y="344703"/>
                  </a:moveTo>
                  <a:lnTo>
                    <a:pt x="3137471" y="0"/>
                  </a:lnTo>
                  <a:lnTo>
                    <a:pt x="200799" y="0"/>
                  </a:lnTo>
                  <a:lnTo>
                    <a:pt x="0" y="345122"/>
                  </a:lnTo>
                  <a:lnTo>
                    <a:pt x="200799" y="690245"/>
                  </a:lnTo>
                  <a:lnTo>
                    <a:pt x="289623" y="690245"/>
                  </a:lnTo>
                  <a:lnTo>
                    <a:pt x="289623" y="1507083"/>
                  </a:lnTo>
                  <a:lnTo>
                    <a:pt x="290677" y="1465110"/>
                  </a:lnTo>
                  <a:lnTo>
                    <a:pt x="293852" y="1423238"/>
                  </a:lnTo>
                  <a:lnTo>
                    <a:pt x="299046" y="1382369"/>
                  </a:lnTo>
                  <a:lnTo>
                    <a:pt x="306285" y="1341818"/>
                  </a:lnTo>
                  <a:lnTo>
                    <a:pt x="315404" y="1302258"/>
                  </a:lnTo>
                  <a:lnTo>
                    <a:pt x="326491" y="1263230"/>
                  </a:lnTo>
                  <a:lnTo>
                    <a:pt x="339344" y="1225219"/>
                  </a:lnTo>
                  <a:lnTo>
                    <a:pt x="354063" y="1187881"/>
                  </a:lnTo>
                  <a:lnTo>
                    <a:pt x="370433" y="1151686"/>
                  </a:lnTo>
                  <a:lnTo>
                    <a:pt x="388493" y="1116406"/>
                  </a:lnTo>
                  <a:lnTo>
                    <a:pt x="408228" y="1082040"/>
                  </a:lnTo>
                  <a:lnTo>
                    <a:pt x="429666" y="1048588"/>
                  </a:lnTo>
                  <a:lnTo>
                    <a:pt x="452526" y="1016457"/>
                  </a:lnTo>
                  <a:lnTo>
                    <a:pt x="476834" y="985520"/>
                  </a:lnTo>
                  <a:lnTo>
                    <a:pt x="502589" y="955776"/>
                  </a:lnTo>
                  <a:lnTo>
                    <a:pt x="529805" y="927227"/>
                  </a:lnTo>
                  <a:lnTo>
                    <a:pt x="558355" y="900010"/>
                  </a:lnTo>
                  <a:lnTo>
                    <a:pt x="588098" y="874255"/>
                  </a:lnTo>
                  <a:lnTo>
                    <a:pt x="619036" y="849947"/>
                  </a:lnTo>
                  <a:lnTo>
                    <a:pt x="651167" y="827087"/>
                  </a:lnTo>
                  <a:lnTo>
                    <a:pt x="684618" y="805649"/>
                  </a:lnTo>
                  <a:lnTo>
                    <a:pt x="718985" y="785914"/>
                  </a:lnTo>
                  <a:lnTo>
                    <a:pt x="754265" y="767854"/>
                  </a:lnTo>
                  <a:lnTo>
                    <a:pt x="790460" y="751484"/>
                  </a:lnTo>
                  <a:lnTo>
                    <a:pt x="827798" y="736765"/>
                  </a:lnTo>
                  <a:lnTo>
                    <a:pt x="865809" y="723912"/>
                  </a:lnTo>
                  <a:lnTo>
                    <a:pt x="904836" y="712825"/>
                  </a:lnTo>
                  <a:lnTo>
                    <a:pt x="944397" y="703707"/>
                  </a:lnTo>
                  <a:lnTo>
                    <a:pt x="984948" y="696468"/>
                  </a:lnTo>
                  <a:lnTo>
                    <a:pt x="1025817" y="691273"/>
                  </a:lnTo>
                  <a:lnTo>
                    <a:pt x="1037475" y="690245"/>
                  </a:lnTo>
                  <a:lnTo>
                    <a:pt x="3137471" y="690245"/>
                  </a:lnTo>
                  <a:lnTo>
                    <a:pt x="3338030" y="345541"/>
                  </a:lnTo>
                  <a:lnTo>
                    <a:pt x="3338030" y="344703"/>
                  </a:lnTo>
                  <a:close/>
                </a:path>
              </a:pathLst>
            </a:custGeom>
            <a:solidFill>
              <a:srgbClr val="3C42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916167" y="1665837"/>
            <a:ext cx="3521710" cy="1510665"/>
            <a:chOff x="2916167" y="1665837"/>
            <a:chExt cx="3521710" cy="1510665"/>
          </a:xfrm>
        </p:grpSpPr>
        <p:sp>
          <p:nvSpPr>
            <p:cNvPr id="11" name="object 11"/>
            <p:cNvSpPr/>
            <p:nvPr/>
          </p:nvSpPr>
          <p:spPr>
            <a:xfrm>
              <a:off x="4345658" y="1665837"/>
              <a:ext cx="2092325" cy="690880"/>
            </a:xfrm>
            <a:custGeom>
              <a:avLst/>
              <a:gdLst/>
              <a:ahLst/>
              <a:cxnLst/>
              <a:rect l="l" t="t" r="r" b="b"/>
              <a:pathLst>
                <a:path w="2092325" h="690880">
                  <a:moveTo>
                    <a:pt x="1890988" y="690254"/>
                  </a:moveTo>
                  <a:lnTo>
                    <a:pt x="200801" y="690254"/>
                  </a:lnTo>
                  <a:lnTo>
                    <a:pt x="0" y="345127"/>
                  </a:lnTo>
                  <a:lnTo>
                    <a:pt x="200801" y="0"/>
                  </a:lnTo>
                  <a:lnTo>
                    <a:pt x="1890988" y="0"/>
                  </a:lnTo>
                  <a:lnTo>
                    <a:pt x="2091789" y="345127"/>
                  </a:lnTo>
                  <a:lnTo>
                    <a:pt x="1890988" y="690254"/>
                  </a:lnTo>
                  <a:close/>
                </a:path>
              </a:pathLst>
            </a:custGeom>
            <a:solidFill>
              <a:srgbClr val="B99A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16161" y="1665845"/>
              <a:ext cx="3369945" cy="1510665"/>
            </a:xfrm>
            <a:custGeom>
              <a:avLst/>
              <a:gdLst/>
              <a:ahLst/>
              <a:cxnLst/>
              <a:rect l="l" t="t" r="r" b="b"/>
              <a:pathLst>
                <a:path w="3369945" h="1510664">
                  <a:moveTo>
                    <a:pt x="3369894" y="345122"/>
                  </a:moveTo>
                  <a:lnTo>
                    <a:pt x="3169094" y="0"/>
                  </a:lnTo>
                  <a:lnTo>
                    <a:pt x="200799" y="0"/>
                  </a:lnTo>
                  <a:lnTo>
                    <a:pt x="0" y="345122"/>
                  </a:lnTo>
                  <a:lnTo>
                    <a:pt x="200799" y="690257"/>
                  </a:lnTo>
                  <a:lnTo>
                    <a:pt x="352869" y="690257"/>
                  </a:lnTo>
                  <a:lnTo>
                    <a:pt x="352869" y="1510296"/>
                  </a:lnTo>
                  <a:lnTo>
                    <a:pt x="353923" y="1468323"/>
                  </a:lnTo>
                  <a:lnTo>
                    <a:pt x="357098" y="1426451"/>
                  </a:lnTo>
                  <a:lnTo>
                    <a:pt x="362292" y="1385582"/>
                  </a:lnTo>
                  <a:lnTo>
                    <a:pt x="369531" y="1345031"/>
                  </a:lnTo>
                  <a:lnTo>
                    <a:pt x="378650" y="1305471"/>
                  </a:lnTo>
                  <a:lnTo>
                    <a:pt x="389737" y="1266444"/>
                  </a:lnTo>
                  <a:lnTo>
                    <a:pt x="402590" y="1228432"/>
                  </a:lnTo>
                  <a:lnTo>
                    <a:pt x="417309" y="1191094"/>
                  </a:lnTo>
                  <a:lnTo>
                    <a:pt x="433679" y="1154899"/>
                  </a:lnTo>
                  <a:lnTo>
                    <a:pt x="451739" y="1119619"/>
                  </a:lnTo>
                  <a:lnTo>
                    <a:pt x="471474" y="1085253"/>
                  </a:lnTo>
                  <a:lnTo>
                    <a:pt x="492912" y="1051801"/>
                  </a:lnTo>
                  <a:lnTo>
                    <a:pt x="515772" y="1019670"/>
                  </a:lnTo>
                  <a:lnTo>
                    <a:pt x="540080" y="988720"/>
                  </a:lnTo>
                  <a:lnTo>
                    <a:pt x="565835" y="958977"/>
                  </a:lnTo>
                  <a:lnTo>
                    <a:pt x="593051" y="930440"/>
                  </a:lnTo>
                  <a:lnTo>
                    <a:pt x="621601" y="903224"/>
                  </a:lnTo>
                  <a:lnTo>
                    <a:pt x="651344" y="877468"/>
                  </a:lnTo>
                  <a:lnTo>
                    <a:pt x="682282" y="853160"/>
                  </a:lnTo>
                  <a:lnTo>
                    <a:pt x="714413" y="830300"/>
                  </a:lnTo>
                  <a:lnTo>
                    <a:pt x="747864" y="808863"/>
                  </a:lnTo>
                  <a:lnTo>
                    <a:pt x="782231" y="789114"/>
                  </a:lnTo>
                  <a:lnTo>
                    <a:pt x="817511" y="771067"/>
                  </a:lnTo>
                  <a:lnTo>
                    <a:pt x="853706" y="754697"/>
                  </a:lnTo>
                  <a:lnTo>
                    <a:pt x="891044" y="739978"/>
                  </a:lnTo>
                  <a:lnTo>
                    <a:pt x="929055" y="727125"/>
                  </a:lnTo>
                  <a:lnTo>
                    <a:pt x="968082" y="716038"/>
                  </a:lnTo>
                  <a:lnTo>
                    <a:pt x="1007643" y="706907"/>
                  </a:lnTo>
                  <a:lnTo>
                    <a:pt x="1048194" y="699681"/>
                  </a:lnTo>
                  <a:lnTo>
                    <a:pt x="1089063" y="694486"/>
                  </a:lnTo>
                  <a:lnTo>
                    <a:pt x="1130846" y="691311"/>
                  </a:lnTo>
                  <a:lnTo>
                    <a:pt x="1172718" y="690257"/>
                  </a:lnTo>
                  <a:lnTo>
                    <a:pt x="3169094" y="690257"/>
                  </a:lnTo>
                  <a:lnTo>
                    <a:pt x="3369894" y="345122"/>
                  </a:lnTo>
                  <a:close/>
                </a:path>
              </a:pathLst>
            </a:custGeom>
            <a:solidFill>
              <a:srgbClr val="3C42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13339" y="2375141"/>
            <a:ext cx="2419350" cy="0"/>
          </a:xfrm>
          <a:custGeom>
            <a:avLst/>
            <a:gdLst/>
            <a:ahLst/>
            <a:cxnLst/>
            <a:rect l="l" t="t" r="r" b="b"/>
            <a:pathLst>
              <a:path w="2419350">
                <a:moveTo>
                  <a:pt x="0" y="0"/>
                </a:moveTo>
                <a:lnTo>
                  <a:pt x="2419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135" y="2513877"/>
            <a:ext cx="246809" cy="2476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572" y="2946004"/>
            <a:ext cx="253454" cy="16293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050" y="3245485"/>
            <a:ext cx="295274" cy="3047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450" y="3749675"/>
            <a:ext cx="238116" cy="23811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767299" y="5996358"/>
            <a:ext cx="10375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5" dirty="0">
                <a:solidFill>
                  <a:srgbClr val="FFFFFF"/>
                </a:solidFill>
                <a:latin typeface="Tahoma"/>
                <a:cs typeface="Tahoma"/>
              </a:rPr>
              <a:t>PROJECTS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7469" y="1238938"/>
            <a:ext cx="14655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15" dirty="0">
                <a:latin typeface="Verdana"/>
                <a:cs typeface="Verdana"/>
              </a:rPr>
              <a:t>W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E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B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7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D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E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35" dirty="0">
                <a:latin typeface="Verdana"/>
                <a:cs typeface="Verdana"/>
              </a:rPr>
              <a:t>V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E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40" dirty="0">
                <a:latin typeface="Verdana"/>
                <a:cs typeface="Verdana"/>
              </a:rPr>
              <a:t>L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O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P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E</a:t>
            </a:r>
            <a:r>
              <a:rPr sz="1000" b="1" spc="-175" dirty="0">
                <a:latin typeface="Verdana"/>
                <a:cs typeface="Verdana"/>
              </a:rPr>
              <a:t> </a:t>
            </a:r>
            <a:r>
              <a:rPr sz="1000" b="1" spc="-55" dirty="0">
                <a:latin typeface="Verdana"/>
                <a:cs typeface="Verdana"/>
              </a:rPr>
              <a:t>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7762" y="1966740"/>
            <a:ext cx="10083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11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600" b="1" spc="-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600" b="1" spc="-7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1600" b="1" spc="-7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600" b="1" spc="4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b="1" spc="11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600" b="1" spc="-3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3392" y="4318635"/>
            <a:ext cx="646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7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600" b="1" spc="-4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600" b="1" spc="-34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600" b="1" spc="-195" dirty="0">
                <a:solidFill>
                  <a:srgbClr val="FFFFFF"/>
                </a:solidFill>
                <a:latin typeface="Tahoma"/>
                <a:cs typeface="Tahoma"/>
              </a:rPr>
              <a:t>LL</a:t>
            </a:r>
            <a:r>
              <a:rPr sz="1600" b="1" spc="-3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0960" y="7366635"/>
            <a:ext cx="11842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75" dirty="0">
                <a:solidFill>
                  <a:srgbClr val="FFFFFF"/>
                </a:solidFill>
                <a:latin typeface="Tahoma"/>
                <a:cs typeface="Tahoma"/>
              </a:rPr>
              <a:t>EDUCATION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64724" y="9027762"/>
            <a:ext cx="8674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600" b="1" spc="-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600" b="1" spc="-85" dirty="0">
                <a:solidFill>
                  <a:srgbClr val="FFFFFF"/>
                </a:solidFill>
                <a:latin typeface="Tahoma"/>
                <a:cs typeface="Tahoma"/>
              </a:rPr>
              <a:t>BB</a:t>
            </a:r>
            <a:r>
              <a:rPr sz="1600" b="1" spc="-34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600" b="1" spc="-16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600" b="1" spc="-3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64686" y="9780218"/>
            <a:ext cx="57150" cy="544195"/>
          </a:xfrm>
          <a:custGeom>
            <a:avLst/>
            <a:gdLst/>
            <a:ahLst/>
            <a:cxnLst/>
            <a:rect l="l" t="t" r="r" b="b"/>
            <a:pathLst>
              <a:path w="57150" h="544195">
                <a:moveTo>
                  <a:pt x="57150" y="511835"/>
                </a:moveTo>
                <a:lnTo>
                  <a:pt x="32359" y="487045"/>
                </a:lnTo>
                <a:lnTo>
                  <a:pt x="24790" y="487045"/>
                </a:lnTo>
                <a:lnTo>
                  <a:pt x="0" y="511835"/>
                </a:lnTo>
                <a:lnTo>
                  <a:pt x="0" y="519404"/>
                </a:lnTo>
                <a:lnTo>
                  <a:pt x="24790" y="544195"/>
                </a:lnTo>
                <a:lnTo>
                  <a:pt x="32359" y="544195"/>
                </a:lnTo>
                <a:lnTo>
                  <a:pt x="57150" y="519404"/>
                </a:lnTo>
                <a:lnTo>
                  <a:pt x="57150" y="515620"/>
                </a:lnTo>
                <a:lnTo>
                  <a:pt x="57150" y="511835"/>
                </a:lnTo>
                <a:close/>
              </a:path>
              <a:path w="57150" h="544195">
                <a:moveTo>
                  <a:pt x="57150" y="251485"/>
                </a:moveTo>
                <a:lnTo>
                  <a:pt x="32359" y="226695"/>
                </a:lnTo>
                <a:lnTo>
                  <a:pt x="24790" y="226695"/>
                </a:lnTo>
                <a:lnTo>
                  <a:pt x="0" y="251485"/>
                </a:lnTo>
                <a:lnTo>
                  <a:pt x="0" y="259054"/>
                </a:lnTo>
                <a:lnTo>
                  <a:pt x="24790" y="283845"/>
                </a:lnTo>
                <a:lnTo>
                  <a:pt x="32359" y="283845"/>
                </a:lnTo>
                <a:lnTo>
                  <a:pt x="57150" y="259054"/>
                </a:lnTo>
                <a:lnTo>
                  <a:pt x="57150" y="255270"/>
                </a:lnTo>
                <a:lnTo>
                  <a:pt x="57150" y="251485"/>
                </a:lnTo>
                <a:close/>
              </a:path>
              <a:path w="57150" h="544195">
                <a:moveTo>
                  <a:pt x="57150" y="24790"/>
                </a:moveTo>
                <a:lnTo>
                  <a:pt x="32359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925230" y="9691311"/>
            <a:ext cx="880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ahoma"/>
                <a:cs typeface="Tahoma"/>
              </a:rPr>
              <a:t>S</a:t>
            </a:r>
            <a:r>
              <a:rPr sz="1200" b="1" spc="25" dirty="0">
                <a:latin typeface="Tahoma"/>
                <a:cs typeface="Tahoma"/>
              </a:rPr>
              <a:t>W</a:t>
            </a:r>
            <a:r>
              <a:rPr sz="1200" b="1" spc="-229" dirty="0">
                <a:latin typeface="Tahoma"/>
                <a:cs typeface="Tahoma"/>
              </a:rPr>
              <a:t>I</a:t>
            </a:r>
            <a:r>
              <a:rPr sz="1200" b="1" spc="25" dirty="0">
                <a:latin typeface="Tahoma"/>
                <a:cs typeface="Tahoma"/>
              </a:rPr>
              <a:t>MM</a:t>
            </a:r>
            <a:r>
              <a:rPr sz="1200" b="1" spc="-229" dirty="0">
                <a:latin typeface="Tahoma"/>
                <a:cs typeface="Tahoma"/>
              </a:rPr>
              <a:t>I</a:t>
            </a:r>
            <a:r>
              <a:rPr sz="1200" b="1" spc="-25" dirty="0">
                <a:latin typeface="Tahoma"/>
                <a:cs typeface="Tahoma"/>
              </a:rPr>
              <a:t>N</a:t>
            </a:r>
            <a:r>
              <a:rPr sz="1200" b="1" spc="20" dirty="0">
                <a:latin typeface="Tahoma"/>
                <a:cs typeface="Tahoma"/>
              </a:rPr>
              <a:t>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0" dirty="0"/>
              <a:t>A</a:t>
            </a:r>
            <a:r>
              <a:rPr spc="45" dirty="0"/>
              <a:t>n</a:t>
            </a:r>
            <a:r>
              <a:rPr spc="70" dirty="0"/>
              <a:t>s</a:t>
            </a:r>
            <a:r>
              <a:rPr spc="180" dirty="0"/>
              <a:t>a</a:t>
            </a:r>
            <a:r>
              <a:rPr spc="-80" dirty="0"/>
              <a:t>r</a:t>
            </a:r>
            <a:r>
              <a:rPr spc="-15" dirty="0"/>
              <a:t>i</a:t>
            </a:r>
            <a:r>
              <a:rPr spc="-280" dirty="0"/>
              <a:t> </a:t>
            </a:r>
            <a:r>
              <a:rPr sz="4425" spc="-165" baseline="1883" dirty="0"/>
              <a:t>S</a:t>
            </a:r>
            <a:r>
              <a:rPr sz="4425" spc="270" baseline="1883" dirty="0"/>
              <a:t>a</a:t>
            </a:r>
            <a:r>
              <a:rPr sz="4425" spc="135" baseline="1883" dirty="0"/>
              <a:t>d</a:t>
            </a:r>
            <a:r>
              <a:rPr sz="4425" spc="7" baseline="1883" dirty="0"/>
              <a:t>ee</a:t>
            </a:r>
            <a:r>
              <a:rPr sz="4425" spc="509" baseline="1883" dirty="0"/>
              <a:t>m</a:t>
            </a:r>
            <a:endParaRPr sz="4425" baseline="1883"/>
          </a:p>
        </p:txBody>
      </p:sp>
      <p:sp>
        <p:nvSpPr>
          <p:cNvPr id="27" name="object 27"/>
          <p:cNvSpPr txBox="1"/>
          <p:nvPr/>
        </p:nvSpPr>
        <p:spPr>
          <a:xfrm>
            <a:off x="3785416" y="4256505"/>
            <a:ext cx="205023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110" dirty="0" smtClean="0">
                <a:solidFill>
                  <a:srgbClr val="FFFFFF"/>
                </a:solidFill>
                <a:latin typeface="Tahoma"/>
                <a:cs typeface="Tahoma"/>
              </a:rPr>
              <a:t>CERTIFICATION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55093" y="1846408"/>
            <a:ext cx="112335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95" dirty="0" smtClean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lang="en-US" sz="1600" b="1" spc="-160" dirty="0" smtClean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lang="en-US" sz="1600" b="1" spc="-15" dirty="0" smtClean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lang="en-US" sz="1600" b="1" spc="-95" dirty="0" smtClean="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lang="en-US" sz="1600" b="1" spc="-345" dirty="0" smtClean="0">
                <a:solidFill>
                  <a:srgbClr val="FFFFFF"/>
                </a:solidFill>
                <a:latin typeface="Tahoma"/>
                <a:cs typeface="Tahoma"/>
              </a:rPr>
              <a:t>I  </a:t>
            </a:r>
            <a:r>
              <a:rPr lang="en-US" sz="1600" b="1" spc="-195" dirty="0" smtClean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lang="en-US" sz="1600" b="1" spc="-120" dirty="0" smtClean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lang="en-US" sz="1600" dirty="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32436" y="4779422"/>
            <a:ext cx="3672840" cy="8667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430"/>
              </a:spcBef>
            </a:pPr>
            <a:r>
              <a:rPr sz="1300" b="1" spc="-45" smtClean="0">
                <a:latin typeface="Verdana"/>
                <a:cs typeface="Verdana"/>
              </a:rPr>
              <a:t>H</a:t>
            </a:r>
            <a:r>
              <a:rPr sz="1300" b="1" spc="-25" smtClean="0">
                <a:latin typeface="Verdana"/>
                <a:cs typeface="Verdana"/>
              </a:rPr>
              <a:t>E</a:t>
            </a:r>
            <a:r>
              <a:rPr sz="1300" b="1" spc="-40" smtClean="0">
                <a:latin typeface="Verdana"/>
                <a:cs typeface="Verdana"/>
              </a:rPr>
              <a:t>U</a:t>
            </a:r>
            <a:r>
              <a:rPr sz="1300" b="1" spc="-70" smtClean="0">
                <a:latin typeface="Verdana"/>
                <a:cs typeface="Verdana"/>
              </a:rPr>
              <a:t>R</a:t>
            </a:r>
            <a:r>
              <a:rPr sz="1300" b="1" spc="-285" smtClean="0">
                <a:latin typeface="Verdana"/>
                <a:cs typeface="Verdana"/>
              </a:rPr>
              <a:t>I</a:t>
            </a:r>
            <a:r>
              <a:rPr lang="en-US" sz="1300" b="1" spc="-100" dirty="0" smtClean="0">
                <a:latin typeface="Verdana"/>
                <a:cs typeface="Verdana"/>
              </a:rPr>
              <a:t>ISTIC</a:t>
            </a:r>
            <a:r>
              <a:rPr sz="1300" b="1" spc="-80" smtClean="0">
                <a:latin typeface="Verdana"/>
                <a:cs typeface="Verdana"/>
              </a:rPr>
              <a:t> </a:t>
            </a:r>
            <a:r>
              <a:rPr sz="1300" b="1" spc="-20" dirty="0">
                <a:latin typeface="Verdana"/>
                <a:cs typeface="Verdana"/>
              </a:rPr>
              <a:t>A</a:t>
            </a:r>
            <a:r>
              <a:rPr sz="1300" b="1" spc="5" dirty="0">
                <a:latin typeface="Verdana"/>
                <a:cs typeface="Verdana"/>
              </a:rPr>
              <a:t>C</a:t>
            </a:r>
            <a:r>
              <a:rPr sz="1300" b="1" spc="-20" dirty="0">
                <a:latin typeface="Verdana"/>
                <a:cs typeface="Verdana"/>
              </a:rPr>
              <a:t>A</a:t>
            </a:r>
            <a:r>
              <a:rPr sz="1300" b="1" spc="-15" dirty="0">
                <a:latin typeface="Verdana"/>
                <a:cs typeface="Verdana"/>
              </a:rPr>
              <a:t>D</a:t>
            </a:r>
            <a:r>
              <a:rPr sz="1300" b="1" spc="-25" dirty="0">
                <a:latin typeface="Verdana"/>
                <a:cs typeface="Verdana"/>
              </a:rPr>
              <a:t>E</a:t>
            </a:r>
            <a:r>
              <a:rPr sz="1300" b="1" dirty="0">
                <a:latin typeface="Verdana"/>
                <a:cs typeface="Verdana"/>
              </a:rPr>
              <a:t>M</a:t>
            </a:r>
            <a:r>
              <a:rPr sz="1300" b="1" spc="-80" dirty="0">
                <a:latin typeface="Verdana"/>
                <a:cs typeface="Verdana"/>
              </a:rPr>
              <a:t>Y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00" dirty="0">
                <a:latin typeface="Verdana"/>
                <a:cs typeface="Verdana"/>
              </a:rPr>
              <a:t>TRAINEE</a:t>
            </a:r>
            <a:endParaRPr sz="1000">
              <a:latin typeface="Verdana"/>
              <a:cs typeface="Verdana"/>
            </a:endParaRPr>
          </a:p>
          <a:p>
            <a:pPr marL="17780">
              <a:lnSpc>
                <a:spcPct val="100000"/>
              </a:lnSpc>
              <a:spcBef>
                <a:spcPts val="575"/>
              </a:spcBef>
            </a:pPr>
            <a:r>
              <a:rPr sz="1000" spc="40" dirty="0">
                <a:latin typeface="Verdana"/>
                <a:cs typeface="Verdana"/>
              </a:rPr>
              <a:t>J</a:t>
            </a:r>
            <a:r>
              <a:rPr sz="1000" spc="55" dirty="0">
                <a:latin typeface="Verdana"/>
                <a:cs typeface="Verdana"/>
              </a:rPr>
              <a:t>U</a:t>
            </a:r>
            <a:r>
              <a:rPr sz="1000" spc="60" dirty="0">
                <a:latin typeface="Verdana"/>
                <a:cs typeface="Verdana"/>
              </a:rPr>
              <a:t>N</a:t>
            </a:r>
            <a:r>
              <a:rPr sz="1000" spc="35" dirty="0">
                <a:latin typeface="Verdana"/>
                <a:cs typeface="Verdana"/>
              </a:rPr>
              <a:t>E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-75" dirty="0">
                <a:latin typeface="Verdana"/>
                <a:cs typeface="Verdana"/>
              </a:rPr>
              <a:t>2</a:t>
            </a:r>
            <a:r>
              <a:rPr sz="1000" spc="20" dirty="0">
                <a:latin typeface="Verdana"/>
                <a:cs typeface="Verdana"/>
              </a:rPr>
              <a:t>0</a:t>
            </a:r>
            <a:r>
              <a:rPr sz="1000" spc="-75" dirty="0">
                <a:latin typeface="Verdana"/>
                <a:cs typeface="Verdana"/>
              </a:rPr>
              <a:t>2</a:t>
            </a:r>
            <a:r>
              <a:rPr sz="1000" spc="25" dirty="0">
                <a:latin typeface="Verdana"/>
                <a:cs typeface="Verdana"/>
              </a:rPr>
              <a:t>4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-75" dirty="0">
                <a:latin typeface="Verdana"/>
                <a:cs typeface="Verdana"/>
              </a:rPr>
              <a:t>-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60" dirty="0">
                <a:latin typeface="Verdana"/>
                <a:cs typeface="Verdana"/>
              </a:rPr>
              <a:t>N</a:t>
            </a:r>
            <a:r>
              <a:rPr sz="1000" spc="45" dirty="0">
                <a:latin typeface="Verdana"/>
                <a:cs typeface="Verdana"/>
              </a:rPr>
              <a:t>O</a:t>
            </a:r>
            <a:r>
              <a:rPr sz="1000" spc="5" dirty="0">
                <a:latin typeface="Verdana"/>
                <a:cs typeface="Verdana"/>
              </a:rPr>
              <a:t>V</a:t>
            </a:r>
            <a:r>
              <a:rPr sz="1000" spc="30" dirty="0">
                <a:latin typeface="Verdana"/>
                <a:cs typeface="Verdana"/>
              </a:rPr>
              <a:t>E</a:t>
            </a:r>
            <a:r>
              <a:rPr sz="1000" spc="105" dirty="0">
                <a:latin typeface="Verdana"/>
                <a:cs typeface="Verdana"/>
              </a:rPr>
              <a:t>M</a:t>
            </a:r>
            <a:r>
              <a:rPr sz="1000" spc="30" dirty="0">
                <a:latin typeface="Verdana"/>
                <a:cs typeface="Verdana"/>
              </a:rPr>
              <a:t>E</a:t>
            </a:r>
            <a:r>
              <a:rPr sz="1000" spc="25" dirty="0">
                <a:latin typeface="Verdana"/>
                <a:cs typeface="Verdana"/>
              </a:rPr>
              <a:t>R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-75" dirty="0">
                <a:latin typeface="Verdana"/>
                <a:cs typeface="Verdana"/>
              </a:rPr>
              <a:t>2</a:t>
            </a:r>
            <a:r>
              <a:rPr sz="1000" spc="20" dirty="0">
                <a:latin typeface="Verdana"/>
                <a:cs typeface="Verdana"/>
              </a:rPr>
              <a:t>0</a:t>
            </a:r>
            <a:r>
              <a:rPr sz="1000" spc="-75" dirty="0">
                <a:latin typeface="Verdana"/>
                <a:cs typeface="Verdana"/>
              </a:rPr>
              <a:t>2</a:t>
            </a:r>
            <a:r>
              <a:rPr sz="1000" spc="25" dirty="0">
                <a:latin typeface="Verdana"/>
                <a:cs typeface="Verdana"/>
              </a:rPr>
              <a:t>4</a:t>
            </a:r>
            <a:endParaRPr sz="1000">
              <a:latin typeface="Verdana"/>
              <a:cs typeface="Verdana"/>
            </a:endParaRPr>
          </a:p>
          <a:p>
            <a:pPr marL="14604">
              <a:lnSpc>
                <a:spcPct val="100000"/>
              </a:lnSpc>
              <a:spcBef>
                <a:spcPts val="300"/>
              </a:spcBef>
            </a:pPr>
            <a:r>
              <a:rPr sz="1000" spc="15" dirty="0">
                <a:latin typeface="Verdana"/>
                <a:cs typeface="Verdana"/>
              </a:rPr>
              <a:t>C</a:t>
            </a:r>
            <a:r>
              <a:rPr sz="1000" spc="-35" dirty="0">
                <a:latin typeface="Verdana"/>
                <a:cs typeface="Verdana"/>
              </a:rPr>
              <a:t>r</a:t>
            </a:r>
            <a:r>
              <a:rPr sz="1000" dirty="0">
                <a:latin typeface="Verdana"/>
                <a:cs typeface="Verdana"/>
              </a:rPr>
              <a:t>e</a:t>
            </a:r>
            <a:r>
              <a:rPr sz="1000" spc="-20" dirty="0">
                <a:latin typeface="Verdana"/>
                <a:cs typeface="Verdana"/>
              </a:rPr>
              <a:t>a</a:t>
            </a:r>
            <a:r>
              <a:rPr sz="1000" spc="5" dirty="0">
                <a:latin typeface="Verdana"/>
                <a:cs typeface="Verdana"/>
              </a:rPr>
              <a:t>t</a:t>
            </a:r>
            <a:r>
              <a:rPr sz="1000" dirty="0">
                <a:latin typeface="Verdana"/>
                <a:cs typeface="Verdana"/>
              </a:rPr>
              <a:t>e</a:t>
            </a:r>
            <a:r>
              <a:rPr sz="1000" spc="55" dirty="0">
                <a:latin typeface="Verdana"/>
                <a:cs typeface="Verdana"/>
              </a:rPr>
              <a:t>d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114" dirty="0">
                <a:latin typeface="Verdana"/>
                <a:cs typeface="Verdana"/>
              </a:rPr>
              <a:t>W</a:t>
            </a:r>
            <a:r>
              <a:rPr sz="1000" dirty="0">
                <a:latin typeface="Verdana"/>
                <a:cs typeface="Verdana"/>
              </a:rPr>
              <a:t>e</a:t>
            </a:r>
            <a:r>
              <a:rPr sz="1000" spc="50" dirty="0">
                <a:latin typeface="Verdana"/>
                <a:cs typeface="Verdana"/>
              </a:rPr>
              <a:t>b</a:t>
            </a:r>
            <a:r>
              <a:rPr sz="1000" spc="-40" dirty="0">
                <a:latin typeface="Verdana"/>
                <a:cs typeface="Verdana"/>
              </a:rPr>
              <a:t>s</a:t>
            </a:r>
            <a:r>
              <a:rPr sz="1000" spc="-10" dirty="0">
                <a:latin typeface="Verdana"/>
                <a:cs typeface="Verdana"/>
              </a:rPr>
              <a:t>i</a:t>
            </a:r>
            <a:r>
              <a:rPr sz="1000" spc="5" dirty="0">
                <a:latin typeface="Verdana"/>
                <a:cs typeface="Verdana"/>
              </a:rPr>
              <a:t>te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35" dirty="0">
                <a:latin typeface="Verdana"/>
                <a:cs typeface="Verdana"/>
              </a:rPr>
              <a:t>u</a:t>
            </a:r>
            <a:r>
              <a:rPr sz="1000" spc="-40" dirty="0">
                <a:latin typeface="Verdana"/>
                <a:cs typeface="Verdana"/>
              </a:rPr>
              <a:t>s</a:t>
            </a:r>
            <a:r>
              <a:rPr sz="1000" spc="-10" dirty="0">
                <a:latin typeface="Verdana"/>
                <a:cs typeface="Verdana"/>
              </a:rPr>
              <a:t>i</a:t>
            </a:r>
            <a:r>
              <a:rPr sz="1000" spc="35" dirty="0">
                <a:latin typeface="Verdana"/>
                <a:cs typeface="Verdana"/>
              </a:rPr>
              <a:t>n</a:t>
            </a:r>
            <a:r>
              <a:rPr sz="1000" spc="60" dirty="0">
                <a:latin typeface="Verdana"/>
                <a:cs typeface="Verdana"/>
              </a:rPr>
              <a:t>g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55" dirty="0">
                <a:latin typeface="Verdana"/>
                <a:cs typeface="Verdana"/>
              </a:rPr>
              <a:t>H</a:t>
            </a:r>
            <a:r>
              <a:rPr sz="1000" spc="5" dirty="0">
                <a:latin typeface="Verdana"/>
                <a:cs typeface="Verdana"/>
              </a:rPr>
              <a:t>t</a:t>
            </a:r>
            <a:r>
              <a:rPr sz="1000" spc="80" dirty="0">
                <a:latin typeface="Verdana"/>
                <a:cs typeface="Verdana"/>
              </a:rPr>
              <a:t>m</a:t>
            </a:r>
            <a:r>
              <a:rPr sz="1000" spc="-10" dirty="0">
                <a:latin typeface="Verdana"/>
                <a:cs typeface="Verdana"/>
              </a:rPr>
              <a:t>l</a:t>
            </a:r>
            <a:r>
              <a:rPr sz="1000" spc="-155" dirty="0">
                <a:latin typeface="Verdana"/>
                <a:cs typeface="Verdana"/>
              </a:rPr>
              <a:t>,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15" dirty="0">
                <a:latin typeface="Verdana"/>
                <a:cs typeface="Verdana"/>
              </a:rPr>
              <a:t>C</a:t>
            </a:r>
            <a:r>
              <a:rPr sz="1000" spc="-75" dirty="0">
                <a:latin typeface="Verdana"/>
                <a:cs typeface="Verdana"/>
              </a:rPr>
              <a:t>SS</a:t>
            </a:r>
            <a:r>
              <a:rPr sz="1000" spc="-155" dirty="0">
                <a:latin typeface="Verdana"/>
                <a:cs typeface="Verdana"/>
              </a:rPr>
              <a:t>,,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60" dirty="0">
                <a:latin typeface="Verdana"/>
                <a:cs typeface="Verdana"/>
              </a:rPr>
              <a:t>B</a:t>
            </a:r>
            <a:r>
              <a:rPr sz="1000" spc="15" dirty="0">
                <a:latin typeface="Verdana"/>
                <a:cs typeface="Verdana"/>
              </a:rPr>
              <a:t>oo</a:t>
            </a:r>
            <a:r>
              <a:rPr sz="1000" spc="5" dirty="0">
                <a:latin typeface="Verdana"/>
                <a:cs typeface="Verdana"/>
              </a:rPr>
              <a:t>t</a:t>
            </a:r>
            <a:r>
              <a:rPr sz="1000" spc="-40" dirty="0">
                <a:latin typeface="Verdana"/>
                <a:cs typeface="Verdana"/>
              </a:rPr>
              <a:t>s</a:t>
            </a:r>
            <a:r>
              <a:rPr sz="1000" spc="5" dirty="0">
                <a:latin typeface="Verdana"/>
                <a:cs typeface="Verdana"/>
              </a:rPr>
              <a:t>t</a:t>
            </a:r>
            <a:r>
              <a:rPr sz="1000" spc="-35" dirty="0">
                <a:latin typeface="Verdana"/>
                <a:cs typeface="Verdana"/>
              </a:rPr>
              <a:t>r</a:t>
            </a:r>
            <a:r>
              <a:rPr sz="1000" spc="-20" dirty="0">
                <a:latin typeface="Verdana"/>
                <a:cs typeface="Verdana"/>
              </a:rPr>
              <a:t>a</a:t>
            </a:r>
            <a:r>
              <a:rPr sz="1000" spc="55" dirty="0">
                <a:latin typeface="Verdana"/>
                <a:cs typeface="Verdana"/>
              </a:rPr>
              <a:t>p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-60" dirty="0">
                <a:latin typeface="Verdana"/>
                <a:cs typeface="Verdana"/>
              </a:rPr>
              <a:t>&amp;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-75" dirty="0">
                <a:latin typeface="Verdana"/>
                <a:cs typeface="Verdana"/>
              </a:rPr>
              <a:t>j</a:t>
            </a:r>
            <a:r>
              <a:rPr sz="1000" spc="-20" dirty="0">
                <a:latin typeface="Verdana"/>
                <a:cs typeface="Verdana"/>
              </a:rPr>
              <a:t>a</a:t>
            </a:r>
            <a:r>
              <a:rPr sz="1000" spc="-55" dirty="0">
                <a:latin typeface="Verdana"/>
                <a:cs typeface="Verdana"/>
              </a:rPr>
              <a:t>v</a:t>
            </a:r>
            <a:r>
              <a:rPr sz="1000" spc="-20" dirty="0">
                <a:latin typeface="Verdana"/>
                <a:cs typeface="Verdana"/>
              </a:rPr>
              <a:t>a</a:t>
            </a:r>
            <a:r>
              <a:rPr sz="1000" spc="-75" dirty="0">
                <a:latin typeface="Verdana"/>
                <a:cs typeface="Verdana"/>
              </a:rPr>
              <a:t>S</a:t>
            </a:r>
            <a:r>
              <a:rPr sz="1000" spc="35" dirty="0">
                <a:latin typeface="Verdana"/>
                <a:cs typeface="Verdana"/>
              </a:rPr>
              <a:t>c</a:t>
            </a:r>
            <a:r>
              <a:rPr sz="1000" spc="-35" dirty="0">
                <a:latin typeface="Verdana"/>
                <a:cs typeface="Verdana"/>
              </a:rPr>
              <a:t>r</a:t>
            </a:r>
            <a:r>
              <a:rPr sz="1000" spc="-10" dirty="0">
                <a:latin typeface="Verdana"/>
                <a:cs typeface="Verdana"/>
              </a:rPr>
              <a:t>i</a:t>
            </a:r>
            <a:r>
              <a:rPr sz="1000" spc="50" dirty="0">
                <a:latin typeface="Verdana"/>
                <a:cs typeface="Verdana"/>
              </a:rPr>
              <a:t>p</a:t>
            </a:r>
            <a:r>
              <a:rPr sz="1000" spc="5" dirty="0">
                <a:latin typeface="Verdana"/>
                <a:cs typeface="Verdana"/>
              </a:rPr>
              <a:t>t</a:t>
            </a:r>
            <a:r>
              <a:rPr sz="1000" spc="-155" dirty="0">
                <a:latin typeface="Verdana"/>
                <a:cs typeface="Verdana"/>
              </a:rPr>
              <a:t>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63693" y="6614693"/>
            <a:ext cx="2595880" cy="208851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39395" lvl="1" indent="-227329">
              <a:lnSpc>
                <a:spcPct val="100000"/>
              </a:lnSpc>
              <a:spcBef>
                <a:spcPts val="275"/>
              </a:spcBef>
              <a:buSzPct val="90000"/>
              <a:buAutoNum type="alphaUcPeriod" startAt="2"/>
              <a:tabLst>
                <a:tab pos="240029" algn="l"/>
              </a:tabLst>
            </a:pPr>
            <a:r>
              <a:rPr sz="1000" b="1" spc="10" dirty="0">
                <a:latin typeface="Tahoma"/>
                <a:cs typeface="Tahoma"/>
              </a:rPr>
              <a:t>OO</a:t>
            </a:r>
            <a:r>
              <a:rPr sz="1000" b="1" dirty="0">
                <a:latin typeface="Tahoma"/>
                <a:cs typeface="Tahoma"/>
              </a:rPr>
              <a:t>K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15" dirty="0">
                <a:latin typeface="Tahoma"/>
                <a:cs typeface="Tahoma"/>
              </a:rPr>
              <a:t>W</a:t>
            </a:r>
            <a:r>
              <a:rPr sz="1000" b="1" spc="-80" dirty="0">
                <a:latin typeface="Tahoma"/>
                <a:cs typeface="Tahoma"/>
              </a:rPr>
              <a:t>E</a:t>
            </a:r>
            <a:r>
              <a:rPr sz="1000" b="1" spc="-35" dirty="0">
                <a:latin typeface="Tahoma"/>
                <a:cs typeface="Tahoma"/>
              </a:rPr>
              <a:t>B</a:t>
            </a:r>
            <a:r>
              <a:rPr sz="1000" b="1" spc="-25" dirty="0">
                <a:latin typeface="Tahoma"/>
                <a:cs typeface="Tahoma"/>
              </a:rPr>
              <a:t>S</a:t>
            </a:r>
            <a:r>
              <a:rPr sz="1000" b="1" spc="-190" dirty="0">
                <a:latin typeface="Tahoma"/>
                <a:cs typeface="Tahoma"/>
              </a:rPr>
              <a:t>I</a:t>
            </a:r>
            <a:r>
              <a:rPr sz="1000" b="1" spc="-30" dirty="0">
                <a:latin typeface="Tahoma"/>
                <a:cs typeface="Tahoma"/>
              </a:rPr>
              <a:t>T</a:t>
            </a:r>
            <a:r>
              <a:rPr sz="1000" b="1" spc="-75" dirty="0">
                <a:latin typeface="Tahoma"/>
                <a:cs typeface="Tahoma"/>
              </a:rPr>
              <a:t>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u="sng" spc="-25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6"/>
              </a:rPr>
              <a:t>https://e-book-websites.netlify.app/</a:t>
            </a:r>
            <a:endParaRPr sz="1000">
              <a:solidFill>
                <a:schemeClr val="bg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000" b="1" spc="-25" dirty="0">
                <a:latin typeface="Tahoma"/>
                <a:cs typeface="Tahoma"/>
              </a:rPr>
              <a:t>N</a:t>
            </a:r>
            <a:r>
              <a:rPr sz="1000" b="1" spc="-80" dirty="0">
                <a:latin typeface="Tahoma"/>
                <a:cs typeface="Tahoma"/>
              </a:rPr>
              <a:t>E</a:t>
            </a:r>
            <a:r>
              <a:rPr sz="1000" b="1" spc="-30" dirty="0">
                <a:latin typeface="Tahoma"/>
                <a:cs typeface="Tahoma"/>
              </a:rPr>
              <a:t>T</a:t>
            </a:r>
            <a:r>
              <a:rPr sz="1000" b="1" spc="-40" dirty="0">
                <a:latin typeface="Tahoma"/>
                <a:cs typeface="Tahoma"/>
              </a:rPr>
              <a:t>F</a:t>
            </a:r>
            <a:r>
              <a:rPr sz="1000" b="1" spc="-105" dirty="0">
                <a:latin typeface="Tahoma"/>
                <a:cs typeface="Tahoma"/>
              </a:rPr>
              <a:t>L</a:t>
            </a:r>
            <a:r>
              <a:rPr sz="1000" b="1" spc="-190" dirty="0">
                <a:latin typeface="Tahoma"/>
                <a:cs typeface="Tahoma"/>
              </a:rPr>
              <a:t>I</a:t>
            </a:r>
            <a:r>
              <a:rPr sz="1000" b="1" spc="30" dirty="0">
                <a:latin typeface="Tahoma"/>
                <a:cs typeface="Tahoma"/>
              </a:rPr>
              <a:t>X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15" dirty="0">
                <a:latin typeface="Tahoma"/>
                <a:cs typeface="Tahoma"/>
              </a:rPr>
              <a:t>W</a:t>
            </a:r>
            <a:r>
              <a:rPr sz="1000" b="1" spc="-80" dirty="0">
                <a:latin typeface="Tahoma"/>
                <a:cs typeface="Tahoma"/>
              </a:rPr>
              <a:t>E</a:t>
            </a:r>
            <a:r>
              <a:rPr sz="1000" b="1" spc="-35" dirty="0">
                <a:latin typeface="Tahoma"/>
                <a:cs typeface="Tahoma"/>
              </a:rPr>
              <a:t>B</a:t>
            </a:r>
            <a:r>
              <a:rPr sz="1000" b="1" spc="-25" dirty="0">
                <a:latin typeface="Tahoma"/>
                <a:cs typeface="Tahoma"/>
              </a:rPr>
              <a:t>S</a:t>
            </a:r>
            <a:r>
              <a:rPr sz="1000" b="1" spc="-190" dirty="0">
                <a:latin typeface="Tahoma"/>
                <a:cs typeface="Tahoma"/>
              </a:rPr>
              <a:t>I</a:t>
            </a:r>
            <a:r>
              <a:rPr sz="1000" b="1" spc="-30" dirty="0">
                <a:latin typeface="Tahoma"/>
                <a:cs typeface="Tahoma"/>
              </a:rPr>
              <a:t>T</a:t>
            </a:r>
            <a:r>
              <a:rPr sz="1000" b="1" spc="-75" dirty="0">
                <a:latin typeface="Tahoma"/>
                <a:cs typeface="Tahoma"/>
              </a:rPr>
              <a:t>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6"/>
              </a:rPr>
              <a:t>https://joyful-hotteok-0a6d4a.netlify.app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b="1" spc="15" dirty="0">
                <a:latin typeface="Tahoma"/>
                <a:cs typeface="Tahoma"/>
              </a:rPr>
              <a:t>M</a:t>
            </a:r>
            <a:r>
              <a:rPr sz="1000" b="1" spc="10" dirty="0">
                <a:latin typeface="Tahoma"/>
                <a:cs typeface="Tahoma"/>
              </a:rPr>
              <a:t>O</a:t>
            </a:r>
            <a:r>
              <a:rPr sz="1000" b="1" spc="-80" dirty="0">
                <a:latin typeface="Tahoma"/>
                <a:cs typeface="Tahoma"/>
              </a:rPr>
              <a:t>R</a:t>
            </a:r>
            <a:r>
              <a:rPr sz="1000" b="1" spc="10" dirty="0">
                <a:latin typeface="Tahoma"/>
                <a:cs typeface="Tahoma"/>
              </a:rPr>
              <a:t>G</a:t>
            </a:r>
            <a:r>
              <a:rPr sz="1000" b="1" spc="45" dirty="0">
                <a:latin typeface="Tahoma"/>
                <a:cs typeface="Tahoma"/>
              </a:rPr>
              <a:t>A</a:t>
            </a:r>
            <a:r>
              <a:rPr sz="1000" b="1" spc="-20" dirty="0">
                <a:latin typeface="Tahoma"/>
                <a:cs typeface="Tahoma"/>
              </a:rPr>
              <a:t>N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15" dirty="0">
                <a:latin typeface="Tahoma"/>
                <a:cs typeface="Tahoma"/>
              </a:rPr>
              <a:t>W</a:t>
            </a:r>
            <a:r>
              <a:rPr sz="1000" b="1" spc="-80" dirty="0">
                <a:latin typeface="Tahoma"/>
                <a:cs typeface="Tahoma"/>
              </a:rPr>
              <a:t>E</a:t>
            </a:r>
            <a:r>
              <a:rPr sz="1000" b="1" spc="-35" dirty="0">
                <a:latin typeface="Tahoma"/>
                <a:cs typeface="Tahoma"/>
              </a:rPr>
              <a:t>B</a:t>
            </a:r>
            <a:r>
              <a:rPr sz="1000" b="1" spc="-25" dirty="0">
                <a:latin typeface="Tahoma"/>
                <a:cs typeface="Tahoma"/>
              </a:rPr>
              <a:t>S</a:t>
            </a:r>
            <a:r>
              <a:rPr sz="1000" b="1" spc="-190" dirty="0">
                <a:latin typeface="Tahoma"/>
                <a:cs typeface="Tahoma"/>
              </a:rPr>
              <a:t>I</a:t>
            </a:r>
            <a:r>
              <a:rPr sz="1000" b="1" spc="-30" dirty="0">
                <a:latin typeface="Tahoma"/>
                <a:cs typeface="Tahoma"/>
              </a:rPr>
              <a:t>T</a:t>
            </a:r>
            <a:r>
              <a:rPr sz="1000" b="1" spc="-75" dirty="0">
                <a:latin typeface="Tahoma"/>
                <a:cs typeface="Tahoma"/>
              </a:rPr>
              <a:t>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6"/>
              </a:rPr>
              <a:t>https://joyful-hotteok-0a6d4a.netlify.app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000" b="1" spc="-80" dirty="0">
                <a:latin typeface="Tahoma"/>
                <a:cs typeface="Tahoma"/>
              </a:rPr>
              <a:t>E</a:t>
            </a:r>
            <a:r>
              <a:rPr sz="1000" b="1" spc="50" dirty="0">
                <a:latin typeface="Tahoma"/>
                <a:cs typeface="Tahoma"/>
              </a:rPr>
              <a:t>V</a:t>
            </a:r>
            <a:r>
              <a:rPr sz="1000" b="1" spc="-80" dirty="0">
                <a:latin typeface="Tahoma"/>
                <a:cs typeface="Tahoma"/>
              </a:rPr>
              <a:t>E</a:t>
            </a:r>
            <a:r>
              <a:rPr sz="1000" b="1" spc="-25" dirty="0">
                <a:latin typeface="Tahoma"/>
                <a:cs typeface="Tahoma"/>
              </a:rPr>
              <a:t>N</a:t>
            </a:r>
            <a:r>
              <a:rPr sz="1000" b="1" spc="-30" dirty="0">
                <a:latin typeface="Tahoma"/>
                <a:cs typeface="Tahoma"/>
              </a:rPr>
              <a:t>T</a:t>
            </a:r>
            <a:r>
              <a:rPr sz="1000" b="1" spc="-20" dirty="0">
                <a:latin typeface="Tahoma"/>
                <a:cs typeface="Tahoma"/>
              </a:rPr>
              <a:t>S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10" dirty="0">
                <a:latin typeface="Tahoma"/>
                <a:cs typeface="Tahoma"/>
              </a:rPr>
              <a:t>O</a:t>
            </a:r>
            <a:r>
              <a:rPr sz="1000" b="1" spc="-80" dirty="0">
                <a:latin typeface="Tahoma"/>
                <a:cs typeface="Tahoma"/>
              </a:rPr>
              <a:t>R</a:t>
            </a:r>
            <a:r>
              <a:rPr sz="1000" b="1" spc="10" dirty="0">
                <a:latin typeface="Tahoma"/>
                <a:cs typeface="Tahoma"/>
              </a:rPr>
              <a:t>G</a:t>
            </a:r>
            <a:r>
              <a:rPr sz="1000" b="1" spc="45" dirty="0">
                <a:latin typeface="Tahoma"/>
                <a:cs typeface="Tahoma"/>
              </a:rPr>
              <a:t>A</a:t>
            </a:r>
            <a:r>
              <a:rPr sz="1000" b="1" spc="-25" dirty="0">
                <a:latin typeface="Tahoma"/>
                <a:cs typeface="Tahoma"/>
              </a:rPr>
              <a:t>N</a:t>
            </a:r>
            <a:r>
              <a:rPr sz="1000" b="1" spc="-190" dirty="0">
                <a:latin typeface="Tahoma"/>
                <a:cs typeface="Tahoma"/>
              </a:rPr>
              <a:t>I</a:t>
            </a:r>
            <a:r>
              <a:rPr sz="1000" b="1" spc="-35" dirty="0">
                <a:latin typeface="Tahoma"/>
                <a:cs typeface="Tahoma"/>
              </a:rPr>
              <a:t>Z</a:t>
            </a:r>
            <a:r>
              <a:rPr sz="1000" b="1" spc="45" dirty="0">
                <a:latin typeface="Tahoma"/>
                <a:cs typeface="Tahoma"/>
              </a:rPr>
              <a:t>A</a:t>
            </a:r>
            <a:r>
              <a:rPr sz="1000" b="1" spc="-30" dirty="0">
                <a:latin typeface="Tahoma"/>
                <a:cs typeface="Tahoma"/>
              </a:rPr>
              <a:t>T</a:t>
            </a:r>
            <a:r>
              <a:rPr sz="1000" b="1" spc="-190" dirty="0">
                <a:latin typeface="Tahoma"/>
                <a:cs typeface="Tahoma"/>
              </a:rPr>
              <a:t>I</a:t>
            </a:r>
            <a:r>
              <a:rPr sz="1000" b="1" spc="10" dirty="0">
                <a:latin typeface="Tahoma"/>
                <a:cs typeface="Tahoma"/>
              </a:rPr>
              <a:t>O</a:t>
            </a:r>
            <a:r>
              <a:rPr sz="1000" b="1" spc="-20" dirty="0">
                <a:latin typeface="Tahoma"/>
                <a:cs typeface="Tahoma"/>
              </a:rPr>
              <a:t>N</a:t>
            </a:r>
            <a:endParaRPr sz="10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45"/>
              </a:spcBef>
            </a:pPr>
            <a:r>
              <a:rPr sz="1000" u="sng" spc="-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7"/>
              </a:rPr>
              <a:t>https://events-org.netlify.app/</a:t>
            </a:r>
            <a:endParaRPr sz="1000">
              <a:latin typeface="Verdana"/>
              <a:cs typeface="Verdana"/>
            </a:endParaRPr>
          </a:p>
          <a:p>
            <a:pPr marL="252729" lvl="1" indent="-240665">
              <a:lnSpc>
                <a:spcPct val="100000"/>
              </a:lnSpc>
              <a:spcBef>
                <a:spcPts val="700"/>
              </a:spcBef>
              <a:buSzPct val="90000"/>
              <a:buAutoNum type="alphaUcPeriod" startAt="3"/>
              <a:tabLst>
                <a:tab pos="253365" algn="l"/>
              </a:tabLst>
            </a:pPr>
            <a:r>
              <a:rPr sz="1000" b="1" spc="10" dirty="0">
                <a:latin typeface="Tahoma"/>
                <a:cs typeface="Tahoma"/>
              </a:rPr>
              <a:t>O</a:t>
            </a:r>
            <a:r>
              <a:rPr sz="1000" b="1" spc="15" dirty="0">
                <a:latin typeface="Tahoma"/>
                <a:cs typeface="Tahoma"/>
              </a:rPr>
              <a:t>MM</a:t>
            </a:r>
            <a:r>
              <a:rPr sz="1000" b="1" spc="-80" dirty="0">
                <a:latin typeface="Tahoma"/>
                <a:cs typeface="Tahoma"/>
              </a:rPr>
              <a:t>ER</a:t>
            </a:r>
            <a:r>
              <a:rPr sz="1000" b="1" spc="85" dirty="0">
                <a:latin typeface="Tahoma"/>
                <a:cs typeface="Tahoma"/>
              </a:rPr>
              <a:t>C</a:t>
            </a:r>
            <a:r>
              <a:rPr sz="1000" b="1" spc="-75" dirty="0">
                <a:latin typeface="Tahoma"/>
                <a:cs typeface="Tahoma"/>
              </a:rPr>
              <a:t>E</a:t>
            </a:r>
            <a:r>
              <a:rPr sz="1000" b="1" spc="-85" dirty="0">
                <a:latin typeface="Tahoma"/>
                <a:cs typeface="Tahoma"/>
              </a:rPr>
              <a:t> </a:t>
            </a:r>
            <a:r>
              <a:rPr sz="1000" b="1" spc="15" dirty="0">
                <a:latin typeface="Tahoma"/>
                <a:cs typeface="Tahoma"/>
              </a:rPr>
              <a:t>W</a:t>
            </a:r>
            <a:r>
              <a:rPr sz="1000" b="1" spc="-80" dirty="0">
                <a:latin typeface="Tahoma"/>
                <a:cs typeface="Tahoma"/>
              </a:rPr>
              <a:t>E</a:t>
            </a:r>
            <a:r>
              <a:rPr sz="1000" b="1" spc="-35" dirty="0">
                <a:latin typeface="Tahoma"/>
                <a:cs typeface="Tahoma"/>
              </a:rPr>
              <a:t>B</a:t>
            </a:r>
            <a:r>
              <a:rPr sz="1000" b="1" spc="-25" dirty="0">
                <a:latin typeface="Tahoma"/>
                <a:cs typeface="Tahoma"/>
              </a:rPr>
              <a:t>S</a:t>
            </a:r>
            <a:r>
              <a:rPr sz="1000" b="1" spc="-190" dirty="0">
                <a:latin typeface="Tahoma"/>
                <a:cs typeface="Tahoma"/>
              </a:rPr>
              <a:t>I</a:t>
            </a:r>
            <a:r>
              <a:rPr sz="1000" b="1" spc="-30" dirty="0">
                <a:latin typeface="Tahoma"/>
                <a:cs typeface="Tahoma"/>
              </a:rPr>
              <a:t>T</a:t>
            </a:r>
            <a:r>
              <a:rPr sz="1000" b="1" spc="-75" dirty="0">
                <a:latin typeface="Tahoma"/>
                <a:cs typeface="Tahoma"/>
              </a:rPr>
              <a:t>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Verdana"/>
                <a:cs typeface="Verdana"/>
                <a:hlinkClick r:id="rId7"/>
              </a:rPr>
              <a:t>https://e-commerce-webs.netlify.app/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2044" y="2546102"/>
            <a:ext cx="10420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75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1100" spc="-35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r>
              <a:rPr sz="1100" spc="-30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1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Verdana"/>
                <a:cs typeface="Verdana"/>
              </a:rPr>
              <a:t>88</a:t>
            </a:r>
            <a:r>
              <a:rPr sz="1100" spc="-6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r>
              <a:rPr sz="1100" spc="-35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r>
              <a:rPr sz="1100" spc="2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100" spc="-5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r>
              <a:rPr sz="1100" spc="-8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sz="1100" spc="-8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100" spc="-7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0364" y="2908909"/>
            <a:ext cx="210185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15" dirty="0">
                <a:solidFill>
                  <a:srgbClr val="FFFFFF"/>
                </a:solidFill>
                <a:latin typeface="Verdana"/>
                <a:cs typeface="Verdana"/>
                <a:hlinkClick r:id="rId8"/>
              </a:rPr>
              <a:t>ansarisadeem8879@gmail.com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8188" y="3286680"/>
            <a:ext cx="2145665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https://github.com/sadeem8879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3949" y="3673475"/>
            <a:ext cx="2579370" cy="638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5720">
              <a:lnSpc>
                <a:spcPct val="115599"/>
              </a:lnSpc>
              <a:spcBef>
                <a:spcPts val="90"/>
              </a:spcBef>
            </a:pPr>
            <a:r>
              <a:rPr sz="900" spc="10" dirty="0">
                <a:solidFill>
                  <a:srgbClr val="FFFFFF"/>
                </a:solidFill>
                <a:latin typeface="Verdana"/>
                <a:cs typeface="Verdana"/>
              </a:rPr>
              <a:t>https://</a:t>
            </a:r>
            <a:r>
              <a:rPr sz="900" spc="10" dirty="0">
                <a:solidFill>
                  <a:srgbClr val="FFFFFF"/>
                </a:solidFill>
                <a:latin typeface="Verdana"/>
                <a:cs typeface="Verdana"/>
                <a:hlinkClick r:id="rId9"/>
              </a:rPr>
              <a:t>www.linkedin.com/public-profile/settings? </a:t>
            </a:r>
            <a:r>
              <a:rPr sz="9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Verdana"/>
                <a:cs typeface="Verdana"/>
              </a:rPr>
              <a:t>trk=d_flagship3_profile_self_view_public_profile%20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25450" y="4664075"/>
            <a:ext cx="2419350" cy="0"/>
          </a:xfrm>
          <a:custGeom>
            <a:avLst/>
            <a:gdLst/>
            <a:ahLst/>
            <a:cxnLst/>
            <a:rect l="l" t="t" r="r" b="b"/>
            <a:pathLst>
              <a:path w="2419350">
                <a:moveTo>
                  <a:pt x="0" y="0"/>
                </a:moveTo>
                <a:lnTo>
                  <a:pt x="2419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110" dirty="0"/>
              <a:t>C</a:t>
            </a:r>
            <a:r>
              <a:rPr spc="-90" dirty="0"/>
              <a:t>R</a:t>
            </a:r>
            <a:r>
              <a:rPr spc="-229" dirty="0"/>
              <a:t>I</a:t>
            </a:r>
            <a:r>
              <a:rPr spc="110" dirty="0"/>
              <a:t>C</a:t>
            </a:r>
            <a:r>
              <a:rPr dirty="0"/>
              <a:t>K</a:t>
            </a:r>
            <a:r>
              <a:rPr spc="-90" dirty="0"/>
              <a:t>E</a:t>
            </a:r>
            <a:r>
              <a:rPr spc="-30" dirty="0"/>
              <a:t>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20" dirty="0"/>
              <a:t>GAMING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7125" y="4740275"/>
            <a:ext cx="1127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 GITHUB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87450" y="5121275"/>
            <a:ext cx="1127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HTML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87450" y="5426075"/>
            <a:ext cx="1127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CSS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187450" y="5730875"/>
            <a:ext cx="1127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BOOTSRAP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7" name="Right Arrow 46"/>
          <p:cNvSpPr/>
          <p:nvPr/>
        </p:nvSpPr>
        <p:spPr>
          <a:xfrm flipV="1">
            <a:off x="806450" y="4846957"/>
            <a:ext cx="304800" cy="121918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ight Arrow 47"/>
          <p:cNvSpPr/>
          <p:nvPr/>
        </p:nvSpPr>
        <p:spPr>
          <a:xfrm flipV="1">
            <a:off x="806450" y="5197475"/>
            <a:ext cx="304800" cy="121918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ight Arrow 48"/>
          <p:cNvSpPr/>
          <p:nvPr/>
        </p:nvSpPr>
        <p:spPr>
          <a:xfrm flipV="1">
            <a:off x="806450" y="5532757"/>
            <a:ext cx="304800" cy="121918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ight Arrow 49"/>
          <p:cNvSpPr/>
          <p:nvPr/>
        </p:nvSpPr>
        <p:spPr>
          <a:xfrm flipV="1">
            <a:off x="806450" y="5837557"/>
            <a:ext cx="304800" cy="121918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ight Arrow 50"/>
          <p:cNvSpPr/>
          <p:nvPr/>
        </p:nvSpPr>
        <p:spPr>
          <a:xfrm flipV="1">
            <a:off x="806450" y="6188075"/>
            <a:ext cx="304800" cy="121918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ight Arrow 51"/>
          <p:cNvSpPr/>
          <p:nvPr/>
        </p:nvSpPr>
        <p:spPr>
          <a:xfrm flipV="1">
            <a:off x="806450" y="6523357"/>
            <a:ext cx="304800" cy="121918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1187450" y="6078121"/>
            <a:ext cx="1295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JAVASCRIPT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63650" y="6416675"/>
            <a:ext cx="1127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REACT JS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object 38"/>
          <p:cNvSpPr/>
          <p:nvPr/>
        </p:nvSpPr>
        <p:spPr>
          <a:xfrm flipV="1">
            <a:off x="349250" y="7635876"/>
            <a:ext cx="2438400" cy="76199"/>
          </a:xfrm>
          <a:custGeom>
            <a:avLst/>
            <a:gdLst/>
            <a:ahLst/>
            <a:cxnLst/>
            <a:rect l="l" t="t" r="r" b="b"/>
            <a:pathLst>
              <a:path w="2419350">
                <a:moveTo>
                  <a:pt x="0" y="0"/>
                </a:moveTo>
                <a:lnTo>
                  <a:pt x="2419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73050" y="7751544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PURSUING DIPLOMA IN COMPUTER ENGINEERING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73050" y="8422700"/>
            <a:ext cx="2971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M.H SABOO SIDDIK POLYTECHNIC</a:t>
            </a:r>
          </a:p>
          <a:p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               2023-2024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73050" y="9388475"/>
            <a:ext cx="2971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ANJUMAN ALLANA ENGLISH HIGH SCHOOL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               2021-2022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73050" y="8988365"/>
            <a:ext cx="274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SSC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25450" y="6721475"/>
            <a:ext cx="3124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Willing To Learn Backend Technologies As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</a:rPr>
              <a:t>WelL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181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Ansari Sadeem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Dark Gray Minimalist Web Developer Resume</dc:title>
  <dc:creator>Sadeem Ansari</dc:creator>
  <cp:keywords>DAGV_mB9d7E,BAGRAvK8kgI</cp:keywords>
  <cp:lastModifiedBy>mohammed rehan</cp:lastModifiedBy>
  <cp:revision>3</cp:revision>
  <dcterms:created xsi:type="dcterms:W3CDTF">2024-11-09T19:55:36Z</dcterms:created>
  <dcterms:modified xsi:type="dcterms:W3CDTF">2024-11-09T20:10:44Z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2024-11-09T00:00:00Z</vt:filetime>
  </property>
  <property fmtid="{D5CDD505-2E9C-101B-9397-08002B2CF9AE}" pid="3" name="Creator">
    <vt:lpwstr>Canva</vt:lpwstr>
  </property>
  <property fmtid="{D5CDD505-2E9C-101B-9397-08002B2CF9AE}" pid="4" name="LastSaved">
    <vt:filetime>2024-11-09T00:00:00Z</vt:filetime>
  </property>
</Properties>
</file>